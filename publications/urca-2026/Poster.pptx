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891200" cy="32918400"/>
  <p:notesSz cx="6950075" cy="9236075"/>
  <p:embeddedFontLst>
    <p:embeddedFont>
      <p:font typeface="Adelle Sans Devanagari" panose="02000503000000020004" pitchFamily="2" charset="-78"/>
      <p:regular r:id="rId4"/>
      <p:bold r:id="rId5"/>
    </p:embeddedFont>
    <p:embeddedFont>
      <p:font typeface="Corbel" panose="020B0503020204020204" pitchFamily="34" charset="0"/>
      <p:regular r:id="rId6"/>
      <p:bold r:id="rId7"/>
      <p:italic r:id="rId8"/>
      <p:boldItalic r:id="rId9"/>
    </p:embeddedFont>
    <p:embeddedFont>
      <p:font typeface="EB Garamond" pitchFamily="2" charset="0"/>
      <p:regular r:id="rId10"/>
      <p:bold r:id="rId11"/>
      <p:italic r:id="rId12"/>
      <p:boldItalic r:id="rId13"/>
    </p:embeddedFont>
    <p:embeddedFont>
      <p:font typeface="Verdana" panose="020B0604030504040204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4124">
          <p15:clr>
            <a:srgbClr val="A4A3A4"/>
          </p15:clr>
        </p15:guide>
        <p15:guide id="2" orient="horz" pos="20231">
          <p15:clr>
            <a:srgbClr val="A4A3A4"/>
          </p15:clr>
        </p15:guide>
        <p15:guide id="3" orient="horz" pos="3912">
          <p15:clr>
            <a:srgbClr val="A4A3A4"/>
          </p15:clr>
        </p15:guide>
        <p15:guide id="4" orient="horz" pos="8587">
          <p15:clr>
            <a:srgbClr val="A4A3A4"/>
          </p15:clr>
        </p15:guide>
        <p15:guide id="5" orient="horz" pos="4163">
          <p15:clr>
            <a:srgbClr val="A4A3A4"/>
          </p15:clr>
        </p15:guide>
        <p15:guide id="6" pos="26856">
          <p15:clr>
            <a:srgbClr val="A4A3A4"/>
          </p15:clr>
        </p15:guide>
        <p15:guide id="7" pos="27200">
          <p15:clr>
            <a:srgbClr val="A4A3A4"/>
          </p15:clr>
        </p15:guide>
        <p15:guide id="8" pos="13584">
          <p15:clr>
            <a:srgbClr val="A4A3A4"/>
          </p15:clr>
        </p15:guide>
        <p15:guide id="9" pos="8556">
          <p15:clr>
            <a:srgbClr val="A4A3A4"/>
          </p15:clr>
        </p15:guide>
        <p15:guide id="10" pos="716">
          <p15:clr>
            <a:srgbClr val="A4A3A4"/>
          </p15:clr>
        </p15:guide>
        <p15:guide id="11" pos="7496">
          <p15:clr>
            <a:srgbClr val="A4A3A4"/>
          </p15:clr>
        </p15:guide>
        <p15:guide id="12" pos="21156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gWSjSeOX8ykGe4GBVg+ganuGxP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1868BD-F9F7-49CA-A317-5B179EA2F347}" v="455" dt="2024-03-16T05:01:14.9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50" d="100"/>
          <a:sy n="50" d="100"/>
        </p:scale>
        <p:origin x="-1768" y="-3608"/>
      </p:cViewPr>
      <p:guideLst>
        <p:guide orient="horz" pos="14124"/>
        <p:guide orient="horz" pos="20231"/>
        <p:guide orient="horz" pos="3912"/>
        <p:guide orient="horz" pos="8587"/>
        <p:guide orient="horz" pos="4163"/>
        <p:guide pos="26856"/>
        <p:guide pos="27200"/>
        <p:guide pos="13584"/>
        <p:guide pos="8556"/>
        <p:guide pos="716"/>
        <p:guide pos="7496"/>
        <p:guide pos="21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26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21" Type="http://customschemas.google.com/relationships/presentationmetadata" Target="metadata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24" Type="http://schemas.openxmlformats.org/officeDocument/2006/relationships/theme" Target="theme/theme1.xml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23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aksha Gunda" userId="c3d5802c32daedcc" providerId="LiveId" clId="{721868BD-F9F7-49CA-A317-5B179EA2F347}"/>
    <pc:docChg chg="undo redo custSel addSld delSld modSld">
      <pc:chgData name="Hariaksha Gunda" userId="c3d5802c32daedcc" providerId="LiveId" clId="{721868BD-F9F7-49CA-A317-5B179EA2F347}" dt="2024-03-16T05:02:09.439" v="6237" actId="1036"/>
      <pc:docMkLst>
        <pc:docMk/>
      </pc:docMkLst>
      <pc:sldChg chg="addSp delSp modSp mod">
        <pc:chgData name="Hariaksha Gunda" userId="c3d5802c32daedcc" providerId="LiveId" clId="{721868BD-F9F7-49CA-A317-5B179EA2F347}" dt="2024-03-16T05:02:09.439" v="6237" actId="1036"/>
        <pc:sldMkLst>
          <pc:docMk/>
          <pc:sldMk cId="0" sldId="256"/>
        </pc:sldMkLst>
        <pc:spChg chg="add mod">
          <ac:chgData name="Hariaksha Gunda" userId="c3d5802c32daedcc" providerId="LiveId" clId="{721868BD-F9F7-49CA-A317-5B179EA2F347}" dt="2024-03-16T04:41:10.105" v="6050" actId="1036"/>
          <ac:spMkLst>
            <pc:docMk/>
            <pc:sldMk cId="0" sldId="256"/>
            <ac:spMk id="2" creationId="{7D7E1AB2-8033-B250-0C06-DF75CFA627B2}"/>
          </ac:spMkLst>
        </pc:spChg>
        <pc:spChg chg="add">
          <ac:chgData name="Hariaksha Gunda" userId="c3d5802c32daedcc" providerId="LiveId" clId="{721868BD-F9F7-49CA-A317-5B179EA2F347}" dt="2024-03-16T03:36:20.477" v="4444"/>
          <ac:spMkLst>
            <pc:docMk/>
            <pc:sldMk cId="0" sldId="256"/>
            <ac:spMk id="6" creationId="{5B90C6C5-5F30-4C8D-5A8F-A0500D563E84}"/>
          </ac:spMkLst>
        </pc:spChg>
        <pc:spChg chg="add mod">
          <ac:chgData name="Hariaksha Gunda" userId="c3d5802c32daedcc" providerId="LiveId" clId="{721868BD-F9F7-49CA-A317-5B179EA2F347}" dt="2024-03-16T04:41:10.105" v="6050" actId="1036"/>
          <ac:spMkLst>
            <pc:docMk/>
            <pc:sldMk cId="0" sldId="256"/>
            <ac:spMk id="8" creationId="{0B7D1384-4D48-0FD2-6023-C0F1037547FB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89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90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53:01.806" v="6072" actId="14100"/>
          <ac:spMkLst>
            <pc:docMk/>
            <pc:sldMk cId="0" sldId="256"/>
            <ac:spMk id="91" creationId="{00000000-0000-0000-0000-000000000000}"/>
          </ac:spMkLst>
        </pc:spChg>
        <pc:spChg chg="del mod">
          <ac:chgData name="Hariaksha Gunda" userId="c3d5802c32daedcc" providerId="LiveId" clId="{721868BD-F9F7-49CA-A317-5B179EA2F347}" dt="2024-03-16T03:30:54.664" v="4311" actId="478"/>
          <ac:spMkLst>
            <pc:docMk/>
            <pc:sldMk cId="0" sldId="256"/>
            <ac:spMk id="92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93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94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95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96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97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43.901" v="5980" actId="1035"/>
          <ac:spMkLst>
            <pc:docMk/>
            <pc:sldMk cId="0" sldId="256"/>
            <ac:spMk id="98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43.901" v="5980" actId="1035"/>
          <ac:spMkLst>
            <pc:docMk/>
            <pc:sldMk cId="0" sldId="256"/>
            <ac:spMk id="99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2:36.411" v="5666" actId="20577"/>
          <ac:spMkLst>
            <pc:docMk/>
            <pc:sldMk cId="0" sldId="256"/>
            <ac:spMk id="103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04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05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07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08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12.266" v="5957" actId="20577"/>
          <ac:spMkLst>
            <pc:docMk/>
            <pc:sldMk cId="0" sldId="256"/>
            <ac:spMk id="110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11" creationId="{00000000-0000-0000-0000-000000000000}"/>
          </ac:spMkLst>
        </pc:spChg>
        <pc:spChg chg="del">
          <ac:chgData name="Hariaksha Gunda" userId="c3d5802c32daedcc" providerId="LiveId" clId="{721868BD-F9F7-49CA-A317-5B179EA2F347}" dt="2024-03-14T17:59:42.562" v="1622" actId="478"/>
          <ac:spMkLst>
            <pc:docMk/>
            <pc:sldMk cId="0" sldId="256"/>
            <ac:spMk id="112" creationId="{00000000-0000-0000-0000-000000000000}"/>
          </ac:spMkLst>
        </pc:spChg>
        <pc:spChg chg="mod">
          <ac:chgData name="Hariaksha Gunda" userId="c3d5802c32daedcc" providerId="LiveId" clId="{721868BD-F9F7-49CA-A317-5B179EA2F347}" dt="2024-03-15T20:17:04.875" v="2190" actId="255"/>
          <ac:spMkLst>
            <pc:docMk/>
            <pc:sldMk cId="0" sldId="256"/>
            <ac:spMk id="115" creationId="{00000000-0000-0000-0000-000000000000}"/>
          </ac:spMkLst>
        </pc:spChg>
        <pc:spChg chg="mod">
          <ac:chgData name="Hariaksha Gunda" userId="c3d5802c32daedcc" providerId="LiveId" clId="{721868BD-F9F7-49CA-A317-5B179EA2F347}" dt="2024-03-15T23:19:43.915" v="3869" actId="20577"/>
          <ac:spMkLst>
            <pc:docMk/>
            <pc:sldMk cId="0" sldId="256"/>
            <ac:spMk id="119" creationId="{00000000-0000-0000-0000-000000000000}"/>
          </ac:spMkLst>
        </pc:spChg>
        <pc:spChg chg="mod">
          <ac:chgData name="Hariaksha Gunda" userId="c3d5802c32daedcc" providerId="LiveId" clId="{721868BD-F9F7-49CA-A317-5B179EA2F347}" dt="2024-03-15T20:17:12.157" v="2193" actId="255"/>
          <ac:spMkLst>
            <pc:docMk/>
            <pc:sldMk cId="0" sldId="256"/>
            <ac:spMk id="123" creationId="{00000000-0000-0000-0000-000000000000}"/>
          </ac:spMkLst>
        </pc:spChg>
        <pc:spChg chg="mod">
          <ac:chgData name="Hariaksha Gunda" userId="c3d5802c32daedcc" providerId="LiveId" clId="{721868BD-F9F7-49CA-A317-5B179EA2F347}" dt="2024-03-15T22:38:01.233" v="3298" actId="20577"/>
          <ac:spMkLst>
            <pc:docMk/>
            <pc:sldMk cId="0" sldId="256"/>
            <ac:spMk id="127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28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29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53:31.227" v="6080" actId="20577"/>
          <ac:spMkLst>
            <pc:docMk/>
            <pc:sldMk cId="0" sldId="256"/>
            <ac:spMk id="130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31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43.901" v="5980" actId="1035"/>
          <ac:spMkLst>
            <pc:docMk/>
            <pc:sldMk cId="0" sldId="256"/>
            <ac:spMk id="133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43.901" v="5980" actId="1035"/>
          <ac:spMkLst>
            <pc:docMk/>
            <pc:sldMk cId="0" sldId="256"/>
            <ac:spMk id="134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35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03:37.290" v="5060" actId="1076"/>
          <ac:spMkLst>
            <pc:docMk/>
            <pc:sldMk cId="0" sldId="256"/>
            <ac:spMk id="136" creationId="{00000000-0000-0000-0000-000000000000}"/>
          </ac:spMkLst>
        </pc:spChg>
        <pc:spChg chg="del">
          <ac:chgData name="Hariaksha Gunda" userId="c3d5802c32daedcc" providerId="LiveId" clId="{721868BD-F9F7-49CA-A317-5B179EA2F347}" dt="2024-03-14T17:59:37.951" v="1620" actId="478"/>
          <ac:spMkLst>
            <pc:docMk/>
            <pc:sldMk cId="0" sldId="256"/>
            <ac:spMk id="137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3:30:41.209" v="4309" actId="20577"/>
          <ac:spMkLst>
            <pc:docMk/>
            <pc:sldMk cId="0" sldId="256"/>
            <ac:spMk id="141" creationId="{00000000-0000-0000-0000-000000000000}"/>
          </ac:spMkLst>
        </pc:spChg>
        <pc:spChg chg="del">
          <ac:chgData name="Hariaksha Gunda" userId="c3d5802c32daedcc" providerId="LiveId" clId="{721868BD-F9F7-49CA-A317-5B179EA2F347}" dt="2024-03-14T17:59:34.545" v="1619" actId="478"/>
          <ac:spMkLst>
            <pc:docMk/>
            <pc:sldMk cId="0" sldId="256"/>
            <ac:spMk id="166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5:02:09.439" v="6237" actId="1036"/>
          <ac:spMkLst>
            <pc:docMk/>
            <pc:sldMk cId="0" sldId="256"/>
            <ac:spMk id="167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50:43.417" v="6064" actId="20577"/>
          <ac:spMkLst>
            <pc:docMk/>
            <pc:sldMk cId="0" sldId="256"/>
            <ac:spMk id="168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69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70" creationId="{00000000-0000-0000-0000-000000000000}"/>
          </ac:spMkLst>
        </pc:spChg>
        <pc:spChg chg="mod">
          <ac:chgData name="Hariaksha Gunda" userId="c3d5802c32daedcc" providerId="LiveId" clId="{721868BD-F9F7-49CA-A317-5B179EA2F347}" dt="2024-03-16T04:28:56.506" v="6003" actId="1035"/>
          <ac:spMkLst>
            <pc:docMk/>
            <pc:sldMk cId="0" sldId="256"/>
            <ac:spMk id="171" creationId="{00000000-0000-0000-0000-000000000000}"/>
          </ac:spMkLst>
        </pc:spChg>
        <pc:grpChg chg="mod">
          <ac:chgData name="Hariaksha Gunda" userId="c3d5802c32daedcc" providerId="LiveId" clId="{721868BD-F9F7-49CA-A317-5B179EA2F347}" dt="2024-03-16T04:03:37.290" v="5060" actId="1076"/>
          <ac:grpSpMkLst>
            <pc:docMk/>
            <pc:sldMk cId="0" sldId="256"/>
            <ac:grpSpMk id="113" creationId="{00000000-0000-0000-0000-000000000000}"/>
          </ac:grpSpMkLst>
        </pc:grpChg>
        <pc:grpChg chg="del">
          <ac:chgData name="Hariaksha Gunda" userId="c3d5802c32daedcc" providerId="LiveId" clId="{721868BD-F9F7-49CA-A317-5B179EA2F347}" dt="2024-03-16T03:30:43.835" v="4310" actId="478"/>
          <ac:grpSpMkLst>
            <pc:docMk/>
            <pc:sldMk cId="0" sldId="256"/>
            <ac:grpSpMk id="139" creationId="{00000000-0000-0000-0000-000000000000}"/>
          </ac:grpSpMkLst>
        </pc:grpChg>
        <pc:graphicFrameChg chg="add del modGraphic">
          <ac:chgData name="Hariaksha Gunda" userId="c3d5802c32daedcc" providerId="LiveId" clId="{721868BD-F9F7-49CA-A317-5B179EA2F347}" dt="2024-03-16T03:59:57.803" v="4791" actId="478"/>
          <ac:graphicFrameMkLst>
            <pc:docMk/>
            <pc:sldMk cId="0" sldId="256"/>
            <ac:graphicFrameMk id="9" creationId="{2405037E-E009-971D-F413-6CA4C9BAA3AD}"/>
          </ac:graphicFrameMkLst>
        </pc:graphicFrameChg>
        <pc:graphicFrameChg chg="add del modGraphic">
          <ac:chgData name="Hariaksha Gunda" userId="c3d5802c32daedcc" providerId="LiveId" clId="{721868BD-F9F7-49CA-A317-5B179EA2F347}" dt="2024-03-16T03:59:56.533" v="4790" actId="478"/>
          <ac:graphicFrameMkLst>
            <pc:docMk/>
            <pc:sldMk cId="0" sldId="256"/>
            <ac:graphicFrameMk id="10" creationId="{0BEB46EF-7C13-9B4E-53EE-F11F1C418BBE}"/>
          </ac:graphicFrameMkLst>
        </pc:graphicFrameChg>
        <pc:graphicFrameChg chg="add del mod">
          <ac:chgData name="Hariaksha Gunda" userId="c3d5802c32daedcc" providerId="LiveId" clId="{721868BD-F9F7-49CA-A317-5B179EA2F347}" dt="2024-03-16T03:59:54.868" v="4789" actId="478"/>
          <ac:graphicFrameMkLst>
            <pc:docMk/>
            <pc:sldMk cId="0" sldId="256"/>
            <ac:graphicFrameMk id="11" creationId="{3EAA4E0A-7778-B328-8090-390157B12A03}"/>
          </ac:graphicFrameMkLst>
        </pc:graphicFrameChg>
        <pc:graphicFrameChg chg="add mod modGraphic">
          <ac:chgData name="Hariaksha Gunda" userId="c3d5802c32daedcc" providerId="LiveId" clId="{721868BD-F9F7-49CA-A317-5B179EA2F347}" dt="2024-03-16T04:50:21.962" v="6058" actId="20577"/>
          <ac:graphicFrameMkLst>
            <pc:docMk/>
            <pc:sldMk cId="0" sldId="256"/>
            <ac:graphicFrameMk id="12" creationId="{AE49C644-9D36-EA05-FF38-AF1DBF4787AD}"/>
          </ac:graphicFrameMkLst>
        </pc:graphicFrameChg>
        <pc:graphicFrameChg chg="add mod modGraphic">
          <ac:chgData name="Hariaksha Gunda" userId="c3d5802c32daedcc" providerId="LiveId" clId="{721868BD-F9F7-49CA-A317-5B179EA2F347}" dt="2024-03-16T05:01:56.672" v="6220" actId="1036"/>
          <ac:graphicFrameMkLst>
            <pc:docMk/>
            <pc:sldMk cId="0" sldId="256"/>
            <ac:graphicFrameMk id="13" creationId="{D142EB76-012D-6B36-3088-9759EA3E14BD}"/>
          </ac:graphicFrameMkLst>
        </pc:graphicFrameChg>
        <pc:graphicFrameChg chg="add del modGraphic">
          <ac:chgData name="Hariaksha Gunda" userId="c3d5802c32daedcc" providerId="LiveId" clId="{721868BD-F9F7-49CA-A317-5B179EA2F347}" dt="2024-03-16T04:12:20.811" v="5342" actId="21"/>
          <ac:graphicFrameMkLst>
            <pc:docMk/>
            <pc:sldMk cId="0" sldId="256"/>
            <ac:graphicFrameMk id="14" creationId="{3FDE91CB-87D9-59F3-1448-9D59A3D89038}"/>
          </ac:graphicFrameMkLst>
        </pc:graphicFrameChg>
        <pc:graphicFrameChg chg="add del">
          <ac:chgData name="Hariaksha Gunda" userId="c3d5802c32daedcc" providerId="LiveId" clId="{721868BD-F9F7-49CA-A317-5B179EA2F347}" dt="2024-03-16T04:18:03.058" v="5382" actId="478"/>
          <ac:graphicFrameMkLst>
            <pc:docMk/>
            <pc:sldMk cId="0" sldId="256"/>
            <ac:graphicFrameMk id="16" creationId="{4B9A7692-D74F-F89A-542B-066229E0423E}"/>
          </ac:graphicFrameMkLst>
        </pc:graphicFrameChg>
        <pc:graphicFrameChg chg="add mod modGraphic">
          <ac:chgData name="Hariaksha Gunda" userId="c3d5802c32daedcc" providerId="LiveId" clId="{721868BD-F9F7-49CA-A317-5B179EA2F347}" dt="2024-03-16T05:02:06.433" v="6231" actId="1035"/>
          <ac:graphicFrameMkLst>
            <pc:docMk/>
            <pc:sldMk cId="0" sldId="256"/>
            <ac:graphicFrameMk id="17" creationId="{8F14349A-38C7-43F4-7882-3DAFAD7AC63E}"/>
          </ac:graphicFrameMkLst>
        </pc:graphicFrameChg>
        <pc:picChg chg="add del mod">
          <ac:chgData name="Hariaksha Gunda" userId="c3d5802c32daedcc" providerId="LiveId" clId="{721868BD-F9F7-49CA-A317-5B179EA2F347}" dt="2024-03-11T04:09:17.803" v="46" actId="478"/>
          <ac:picMkLst>
            <pc:docMk/>
            <pc:sldMk cId="0" sldId="256"/>
            <ac:picMk id="2" creationId="{4272945D-0216-09C0-F887-EC13BCDF2E45}"/>
          </ac:picMkLst>
        </pc:picChg>
        <pc:picChg chg="add mod">
          <ac:chgData name="Hariaksha Gunda" userId="c3d5802c32daedcc" providerId="LiveId" clId="{721868BD-F9F7-49CA-A317-5B179EA2F347}" dt="2024-03-16T04:03:37.290" v="5060" actId="1076"/>
          <ac:picMkLst>
            <pc:docMk/>
            <pc:sldMk cId="0" sldId="256"/>
            <ac:picMk id="3" creationId="{0F454FC8-6F81-FA71-B2C1-B7EC7489198F}"/>
          </ac:picMkLst>
        </pc:picChg>
        <pc:picChg chg="add mod">
          <ac:chgData name="Hariaksha Gunda" userId="c3d5802c32daedcc" providerId="LiveId" clId="{721868BD-F9F7-49CA-A317-5B179EA2F347}" dt="2024-03-16T04:30:36.801" v="6029" actId="1038"/>
          <ac:picMkLst>
            <pc:docMk/>
            <pc:sldMk cId="0" sldId="256"/>
            <ac:picMk id="4" creationId="{A09FCC25-E2AC-AE9F-2C65-58688AEA1119}"/>
          </ac:picMkLst>
        </pc:picChg>
        <pc:picChg chg="add del mod">
          <ac:chgData name="Hariaksha Gunda" userId="c3d5802c32daedcc" providerId="LiveId" clId="{721868BD-F9F7-49CA-A317-5B179EA2F347}" dt="2024-03-16T03:36:19.738" v="4443" actId="478"/>
          <ac:picMkLst>
            <pc:docMk/>
            <pc:sldMk cId="0" sldId="256"/>
            <ac:picMk id="5" creationId="{4514A148-11EE-C2EB-FE99-E0643BDBBCDC}"/>
          </ac:picMkLst>
        </pc:picChg>
        <pc:picChg chg="add mod">
          <ac:chgData name="Hariaksha Gunda" userId="c3d5802c32daedcc" providerId="LiveId" clId="{721868BD-F9F7-49CA-A317-5B179EA2F347}" dt="2024-03-16T04:30:12.328" v="6007" actId="1038"/>
          <ac:picMkLst>
            <pc:docMk/>
            <pc:sldMk cId="0" sldId="256"/>
            <ac:picMk id="7" creationId="{FFBDD742-4AF4-BE04-6165-F2C1F2975299}"/>
          </ac:picMkLst>
        </pc:picChg>
        <pc:picChg chg="add del mod">
          <ac:chgData name="Hariaksha Gunda" userId="c3d5802c32daedcc" providerId="LiveId" clId="{721868BD-F9F7-49CA-A317-5B179EA2F347}" dt="2024-03-16T04:17:14.556" v="5380" actId="478"/>
          <ac:picMkLst>
            <pc:docMk/>
            <pc:sldMk cId="0" sldId="256"/>
            <ac:picMk id="15" creationId="{53FAF450-5287-D64F-AEE0-956A6D4E6E00}"/>
          </ac:picMkLst>
        </pc:picChg>
        <pc:picChg chg="mod">
          <ac:chgData name="Hariaksha Gunda" userId="c3d5802c32daedcc" providerId="LiveId" clId="{721868BD-F9F7-49CA-A317-5B179EA2F347}" dt="2024-03-16T04:03:37.290" v="5060" actId="1076"/>
          <ac:picMkLst>
            <pc:docMk/>
            <pc:sldMk cId="0" sldId="256"/>
            <ac:picMk id="106" creationId="{00000000-0000-0000-0000-000000000000}"/>
          </ac:picMkLst>
        </pc:picChg>
        <pc:picChg chg="mod">
          <ac:chgData name="Hariaksha Gunda" userId="c3d5802c32daedcc" providerId="LiveId" clId="{721868BD-F9F7-49CA-A317-5B179EA2F347}" dt="2024-03-16T04:03:37.290" v="5060" actId="1076"/>
          <ac:picMkLst>
            <pc:docMk/>
            <pc:sldMk cId="0" sldId="256"/>
            <ac:picMk id="109" creationId="{00000000-0000-0000-0000-000000000000}"/>
          </ac:picMkLst>
        </pc:picChg>
        <pc:picChg chg="del">
          <ac:chgData name="Hariaksha Gunda" userId="c3d5802c32daedcc" providerId="LiveId" clId="{721868BD-F9F7-49CA-A317-5B179EA2F347}" dt="2024-03-11T04:20:28.493" v="143" actId="478"/>
          <ac:picMkLst>
            <pc:docMk/>
            <pc:sldMk cId="0" sldId="256"/>
            <ac:picMk id="132" creationId="{00000000-0000-0000-0000-000000000000}"/>
          </ac:picMkLst>
        </pc:picChg>
        <pc:picChg chg="del">
          <ac:chgData name="Hariaksha Gunda" userId="c3d5802c32daedcc" providerId="LiveId" clId="{721868BD-F9F7-49CA-A317-5B179EA2F347}" dt="2024-03-14T17:59:39.527" v="1621" actId="478"/>
          <ac:picMkLst>
            <pc:docMk/>
            <pc:sldMk cId="0" sldId="256"/>
            <ac:picMk id="138" creationId="{00000000-0000-0000-0000-000000000000}"/>
          </ac:picMkLst>
        </pc:picChg>
      </pc:sldChg>
      <pc:sldChg chg="addSp delSp modSp new del mod setBg">
        <pc:chgData name="Hariaksha Gunda" userId="c3d5802c32daedcc" providerId="LiveId" clId="{721868BD-F9F7-49CA-A317-5B179EA2F347}" dt="2024-03-12T04:09:56.657" v="1573" actId="47"/>
        <pc:sldMkLst>
          <pc:docMk/>
          <pc:sldMk cId="3697769384" sldId="257"/>
        </pc:sldMkLst>
        <pc:spChg chg="del">
          <ac:chgData name="Hariaksha Gunda" userId="c3d5802c32daedcc" providerId="LiveId" clId="{721868BD-F9F7-49CA-A317-5B179EA2F347}" dt="2024-03-11T04:05:47.783" v="28" actId="478"/>
          <ac:spMkLst>
            <pc:docMk/>
            <pc:sldMk cId="3697769384" sldId="257"/>
            <ac:spMk id="2" creationId="{14F2547A-DE24-2153-C060-2F58E2D2E39D}"/>
          </ac:spMkLst>
        </pc:spChg>
        <pc:spChg chg="del mod">
          <ac:chgData name="Hariaksha Gunda" userId="c3d5802c32daedcc" providerId="LiveId" clId="{721868BD-F9F7-49CA-A317-5B179EA2F347}" dt="2024-03-11T04:05:46.378" v="27" actId="478"/>
          <ac:spMkLst>
            <pc:docMk/>
            <pc:sldMk cId="3697769384" sldId="257"/>
            <ac:spMk id="3" creationId="{93638215-D025-843E-686B-6CDA7D8D8598}"/>
          </ac:spMkLst>
        </pc:spChg>
        <pc:spChg chg="add">
          <ac:chgData name="Hariaksha Gunda" userId="c3d5802c32daedcc" providerId="LiveId" clId="{721868BD-F9F7-49CA-A317-5B179EA2F347}" dt="2024-03-11T04:05:29.330" v="23"/>
          <ac:spMkLst>
            <pc:docMk/>
            <pc:sldMk cId="3697769384" sldId="257"/>
            <ac:spMk id="4" creationId="{B7A7DA59-F2B1-4417-29DE-FBCE770DFA28}"/>
          </ac:spMkLst>
        </pc:spChg>
        <pc:spChg chg="add del mod">
          <ac:chgData name="Hariaksha Gunda" userId="c3d5802c32daedcc" providerId="LiveId" clId="{721868BD-F9F7-49CA-A317-5B179EA2F347}" dt="2024-03-11T04:05:42.209" v="25" actId="478"/>
          <ac:spMkLst>
            <pc:docMk/>
            <pc:sldMk cId="3697769384" sldId="257"/>
            <ac:spMk id="5" creationId="{75738539-024A-FAB5-994C-31993B7C5C6B}"/>
          </ac:spMkLst>
        </pc:spChg>
        <pc:spChg chg="add del mod">
          <ac:chgData name="Hariaksha Gunda" userId="c3d5802c32daedcc" providerId="LiveId" clId="{721868BD-F9F7-49CA-A317-5B179EA2F347}" dt="2024-03-11T04:05:57.346" v="31" actId="478"/>
          <ac:spMkLst>
            <pc:docMk/>
            <pc:sldMk cId="3697769384" sldId="257"/>
            <ac:spMk id="6" creationId="{39E0B646-2F3A-7EA0-4043-3B1951EFAEF2}"/>
          </ac:spMkLst>
        </pc:spChg>
        <pc:spChg chg="add del mod">
          <ac:chgData name="Hariaksha Gunda" userId="c3d5802c32daedcc" providerId="LiveId" clId="{721868BD-F9F7-49CA-A317-5B179EA2F347}" dt="2024-03-11T04:07:06.144" v="35" actId="478"/>
          <ac:spMkLst>
            <pc:docMk/>
            <pc:sldMk cId="3697769384" sldId="257"/>
            <ac:spMk id="7" creationId="{5DAABD33-522B-76BD-DCB3-852CC3065318}"/>
          </ac:spMkLst>
        </pc:spChg>
        <pc:spChg chg="add mod">
          <ac:chgData name="Hariaksha Gunda" userId="c3d5802c32daedcc" providerId="LiveId" clId="{721868BD-F9F7-49CA-A317-5B179EA2F347}" dt="2024-03-11T04:20:48.242" v="153" actId="20577"/>
          <ac:spMkLst>
            <pc:docMk/>
            <pc:sldMk cId="3697769384" sldId="257"/>
            <ac:spMk id="10" creationId="{419A1673-2472-069B-630A-FCDA48C806F8}"/>
          </ac:spMkLst>
        </pc:spChg>
        <pc:picChg chg="add del mod">
          <ac:chgData name="Hariaksha Gunda" userId="c3d5802c32daedcc" providerId="LiveId" clId="{721868BD-F9F7-49CA-A317-5B179EA2F347}" dt="2024-03-11T04:16:09.927" v="66" actId="478"/>
          <ac:picMkLst>
            <pc:docMk/>
            <pc:sldMk cId="3697769384" sldId="257"/>
            <ac:picMk id="9" creationId="{72391338-A6CB-4EFF-5C7D-D76818DAD5DB}"/>
          </ac:picMkLst>
        </pc:picChg>
        <pc:picChg chg="add del mod">
          <ac:chgData name="Hariaksha Gunda" userId="c3d5802c32daedcc" providerId="LiveId" clId="{721868BD-F9F7-49CA-A317-5B179EA2F347}" dt="2024-03-11T04:17:34.096" v="84" actId="478"/>
          <ac:picMkLst>
            <pc:docMk/>
            <pc:sldMk cId="3697769384" sldId="257"/>
            <ac:picMk id="12" creationId="{9F34C0F5-80A7-0C62-F1FE-4ABA67AB91A1}"/>
          </ac:picMkLst>
        </pc:picChg>
        <pc:picChg chg="add mod">
          <ac:chgData name="Hariaksha Gunda" userId="c3d5802c32daedcc" providerId="LiveId" clId="{721868BD-F9F7-49CA-A317-5B179EA2F347}" dt="2024-03-11T04:20:58.223" v="154" actId="1076"/>
          <ac:picMkLst>
            <pc:docMk/>
            <pc:sldMk cId="3697769384" sldId="257"/>
            <ac:picMk id="14" creationId="{E626D29A-7252-DC6D-84FB-B68805986314}"/>
          </ac:picMkLst>
        </pc:picChg>
        <pc:picChg chg="add del mod">
          <ac:chgData name="Hariaksha Gunda" userId="c3d5802c32daedcc" providerId="LiveId" clId="{721868BD-F9F7-49CA-A317-5B179EA2F347}" dt="2024-03-11T04:10:53.182" v="50" actId="478"/>
          <ac:picMkLst>
            <pc:docMk/>
            <pc:sldMk cId="3697769384" sldId="257"/>
            <ac:picMk id="1034" creationId="{8B075210-236E-E942-2578-735D46CCCBFD}"/>
          </ac:picMkLst>
        </pc:picChg>
      </pc:sldChg>
      <pc:sldMasterChg chg="delSldLayout">
        <pc:chgData name="Hariaksha Gunda" userId="c3d5802c32daedcc" providerId="LiveId" clId="{721868BD-F9F7-49CA-A317-5B179EA2F347}" dt="2024-03-12T04:09:56.657" v="1573" actId="47"/>
        <pc:sldMasterMkLst>
          <pc:docMk/>
          <pc:sldMasterMk cId="0" sldId="2147483648"/>
        </pc:sldMasterMkLst>
        <pc:sldLayoutChg chg="del">
          <pc:chgData name="Hariaksha Gunda" userId="c3d5802c32daedcc" providerId="LiveId" clId="{721868BD-F9F7-49CA-A317-5B179EA2F347}" dt="2024-03-12T04:09:56.657" v="1573" actId="47"/>
          <pc:sldLayoutMkLst>
            <pc:docMk/>
            <pc:sldMasterMk cId="0" sldId="2147483648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11488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37000" y="0"/>
            <a:ext cx="3011488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97000" y="1154113"/>
            <a:ext cx="4156075" cy="31178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772525"/>
            <a:ext cx="3011488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97000" y="1154113"/>
            <a:ext cx="4156075" cy="31178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3291840" y="10226042"/>
            <a:ext cx="37307520" cy="7056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6583680" y="18653760"/>
            <a:ext cx="30723840" cy="8412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lvl="0" algn="ctr">
              <a:spcBef>
                <a:spcPts val="3080"/>
              </a:spcBef>
              <a:spcAft>
                <a:spcPts val="0"/>
              </a:spcAft>
              <a:buClr>
                <a:srgbClr val="BF8B8E"/>
              </a:buClr>
              <a:buSzPts val="15400"/>
              <a:buNone/>
              <a:defRPr>
                <a:solidFill>
                  <a:srgbClr val="BF8B8E"/>
                </a:solidFill>
              </a:defRPr>
            </a:lvl1pPr>
            <a:lvl2pPr lvl="1" algn="ctr">
              <a:spcBef>
                <a:spcPts val="2680"/>
              </a:spcBef>
              <a:spcAft>
                <a:spcPts val="0"/>
              </a:spcAft>
              <a:buClr>
                <a:srgbClr val="BF8B8E"/>
              </a:buClr>
              <a:buSzPts val="13400"/>
              <a:buNone/>
              <a:defRPr>
                <a:solidFill>
                  <a:srgbClr val="BF8B8E"/>
                </a:solidFill>
              </a:defRPr>
            </a:lvl2pPr>
            <a:lvl3pPr lvl="2" algn="ctr">
              <a:spcBef>
                <a:spcPts val="2300"/>
              </a:spcBef>
              <a:spcAft>
                <a:spcPts val="0"/>
              </a:spcAft>
              <a:buClr>
                <a:srgbClr val="BF8B8E"/>
              </a:buClr>
              <a:buSzPts val="11500"/>
              <a:buNone/>
              <a:defRPr>
                <a:solidFill>
                  <a:srgbClr val="BF8B8E"/>
                </a:solidFill>
              </a:defRPr>
            </a:lvl3pPr>
            <a:lvl4pPr lvl="3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4pPr>
            <a:lvl5pPr lvl="4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5pPr>
            <a:lvl6pPr lvl="5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6pPr>
            <a:lvl7pPr lvl="6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7pPr>
            <a:lvl8pPr lvl="7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8pPr>
            <a:lvl9pPr lvl="8" algn="ctr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>
                <a:solidFill>
                  <a:srgbClr val="BF8B8E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467102" y="21153122"/>
            <a:ext cx="3730752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orbel"/>
              <a:buNone/>
              <a:defRPr sz="19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467102" y="13952225"/>
            <a:ext cx="3730752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rmAutofit/>
          </a:bodyPr>
          <a:lstStyle>
            <a:lvl1pPr marL="457200" lvl="0" indent="-228600" algn="l">
              <a:spcBef>
                <a:spcPts val="1920"/>
              </a:spcBef>
              <a:spcAft>
                <a:spcPts val="0"/>
              </a:spcAft>
              <a:buClr>
                <a:srgbClr val="BF8B8E"/>
              </a:buClr>
              <a:buSzPts val="9600"/>
              <a:buNone/>
              <a:defRPr sz="9600">
                <a:solidFill>
                  <a:srgbClr val="BF8B8E"/>
                </a:solidFill>
              </a:defRPr>
            </a:lvl1pPr>
            <a:lvl2pPr marL="914400" lvl="1" indent="-228600" algn="l">
              <a:spcBef>
                <a:spcPts val="1720"/>
              </a:spcBef>
              <a:spcAft>
                <a:spcPts val="0"/>
              </a:spcAft>
              <a:buClr>
                <a:srgbClr val="BF8B8E"/>
              </a:buClr>
              <a:buSzPts val="8600"/>
              <a:buNone/>
              <a:defRPr sz="8600">
                <a:solidFill>
                  <a:srgbClr val="BF8B8E"/>
                </a:solidFill>
              </a:defRPr>
            </a:lvl2pPr>
            <a:lvl3pPr marL="1371600" lvl="2" indent="-228600" algn="l">
              <a:spcBef>
                <a:spcPts val="1540"/>
              </a:spcBef>
              <a:spcAft>
                <a:spcPts val="0"/>
              </a:spcAft>
              <a:buClr>
                <a:srgbClr val="BF8B8E"/>
              </a:buClr>
              <a:buSzPts val="7700"/>
              <a:buNone/>
              <a:defRPr sz="7700">
                <a:solidFill>
                  <a:srgbClr val="BF8B8E"/>
                </a:solidFill>
              </a:defRPr>
            </a:lvl3pPr>
            <a:lvl4pPr marL="1828800" lvl="3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4pPr>
            <a:lvl5pPr marL="2286000" lvl="4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5pPr>
            <a:lvl6pPr marL="2743200" lvl="5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6pPr>
            <a:lvl7pPr marL="3200400" lvl="6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7pPr>
            <a:lvl8pPr marL="3657600" lvl="7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8pPr>
            <a:lvl9pPr marL="4114800" lvl="8" indent="-228600" algn="l">
              <a:spcBef>
                <a:spcPts val="1340"/>
              </a:spcBef>
              <a:spcAft>
                <a:spcPts val="0"/>
              </a:spcAft>
              <a:buClr>
                <a:srgbClr val="BF8B8E"/>
              </a:buClr>
              <a:buSzPts val="6700"/>
              <a:buNone/>
              <a:defRPr sz="6700">
                <a:solidFill>
                  <a:srgbClr val="BF8B8E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2194560" y="7680963"/>
            <a:ext cx="1938528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1079500" algn="l">
              <a:spcBef>
                <a:spcPts val="2680"/>
              </a:spcBef>
              <a:spcAft>
                <a:spcPts val="0"/>
              </a:spcAft>
              <a:buClr>
                <a:schemeClr val="dk1"/>
              </a:buClr>
              <a:buSzPts val="13400"/>
              <a:buChar char="•"/>
              <a:defRPr sz="13400"/>
            </a:lvl1pPr>
            <a:lvl2pPr marL="914400" lvl="1" indent="-95885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Char char="–"/>
              <a:defRPr sz="11500"/>
            </a:lvl2pPr>
            <a:lvl3pPr marL="1371600" lvl="2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3pPr>
            <a:lvl4pPr marL="1828800" lvl="3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–"/>
              <a:defRPr sz="8600"/>
            </a:lvl4pPr>
            <a:lvl5pPr marL="2286000" lvl="4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»"/>
              <a:defRPr sz="8600"/>
            </a:lvl5pPr>
            <a:lvl6pPr marL="2743200" lvl="5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6pPr>
            <a:lvl7pPr marL="3200400" lvl="6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7pPr>
            <a:lvl8pPr marL="3657600" lvl="7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8pPr>
            <a:lvl9pPr marL="4114800" lvl="8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22311360" y="7680963"/>
            <a:ext cx="1938528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1079500" algn="l">
              <a:spcBef>
                <a:spcPts val="2680"/>
              </a:spcBef>
              <a:spcAft>
                <a:spcPts val="0"/>
              </a:spcAft>
              <a:buClr>
                <a:schemeClr val="dk1"/>
              </a:buClr>
              <a:buSzPts val="13400"/>
              <a:buChar char="•"/>
              <a:defRPr sz="13400"/>
            </a:lvl1pPr>
            <a:lvl2pPr marL="914400" lvl="1" indent="-95885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Char char="–"/>
              <a:defRPr sz="11500"/>
            </a:lvl2pPr>
            <a:lvl3pPr marL="1371600" lvl="2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3pPr>
            <a:lvl4pPr marL="1828800" lvl="3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–"/>
              <a:defRPr sz="8600"/>
            </a:lvl4pPr>
            <a:lvl5pPr marL="2286000" lvl="4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»"/>
              <a:defRPr sz="8600"/>
            </a:lvl5pPr>
            <a:lvl6pPr marL="2743200" lvl="5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6pPr>
            <a:lvl7pPr marL="3200400" lvl="6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7pPr>
            <a:lvl8pPr marL="3657600" lvl="7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8pPr>
            <a:lvl9pPr marL="4114800" lvl="8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00"/>
              <a:buFont typeface="Corbe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2194560" y="7368542"/>
            <a:ext cx="19392902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rmAutofit/>
          </a:bodyPr>
          <a:lstStyle>
            <a:lvl1pPr marL="457200" lvl="0" indent="-22860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None/>
              <a:defRPr sz="11500" b="1"/>
            </a:lvl1pPr>
            <a:lvl2pPr marL="914400" lvl="1" indent="-2286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lvl="2" indent="-2286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None/>
              <a:defRPr sz="8600" b="1"/>
            </a:lvl3pPr>
            <a:lvl4pPr marL="1828800" lvl="3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4pPr>
            <a:lvl5pPr marL="2286000" lvl="4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5pPr>
            <a:lvl6pPr marL="2743200" lvl="5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6pPr>
            <a:lvl7pPr marL="3200400" lvl="6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7pPr>
            <a:lvl8pPr marL="3657600" lvl="7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8pPr>
            <a:lvl9pPr marL="4114800" lvl="8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2194560" y="10439400"/>
            <a:ext cx="19392902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95885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Char char="•"/>
              <a:defRPr sz="11500"/>
            </a:lvl1pPr>
            <a:lvl2pPr marL="914400" lvl="1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–"/>
              <a:defRPr sz="9600"/>
            </a:lvl2pPr>
            <a:lvl3pPr marL="1371600" lvl="2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3pPr>
            <a:lvl4pPr marL="1828800" lvl="3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–"/>
              <a:defRPr sz="7700"/>
            </a:lvl4pPr>
            <a:lvl5pPr marL="2286000" lvl="4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»"/>
              <a:defRPr sz="7700"/>
            </a:lvl5pPr>
            <a:lvl6pPr marL="2743200" lvl="5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6pPr>
            <a:lvl7pPr marL="3200400" lvl="6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7pPr>
            <a:lvl8pPr marL="3657600" lvl="7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8pPr>
            <a:lvl9pPr marL="4114800" lvl="8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22296122" y="7368542"/>
            <a:ext cx="19400520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rmAutofit/>
          </a:bodyPr>
          <a:lstStyle>
            <a:lvl1pPr marL="457200" lvl="0" indent="-22860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None/>
              <a:defRPr sz="11500" b="1"/>
            </a:lvl1pPr>
            <a:lvl2pPr marL="914400" lvl="1" indent="-2286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lvl="2" indent="-2286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None/>
              <a:defRPr sz="8600" b="1"/>
            </a:lvl3pPr>
            <a:lvl4pPr marL="1828800" lvl="3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4pPr>
            <a:lvl5pPr marL="2286000" lvl="4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5pPr>
            <a:lvl6pPr marL="2743200" lvl="5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6pPr>
            <a:lvl7pPr marL="3200400" lvl="6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7pPr>
            <a:lvl8pPr marL="3657600" lvl="7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8pPr>
            <a:lvl9pPr marL="4114800" lvl="8" indent="-22860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None/>
              <a:defRPr sz="77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22296122" y="10439400"/>
            <a:ext cx="19400520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95885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Char char="•"/>
              <a:defRPr sz="11500"/>
            </a:lvl1pPr>
            <a:lvl2pPr marL="914400" lvl="1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–"/>
              <a:defRPr sz="9600"/>
            </a:lvl2pPr>
            <a:lvl3pPr marL="1371600" lvl="2" indent="-774700" algn="l">
              <a:spcBef>
                <a:spcPts val="1720"/>
              </a:spcBef>
              <a:spcAft>
                <a:spcPts val="0"/>
              </a:spcAft>
              <a:buClr>
                <a:schemeClr val="dk1"/>
              </a:buClr>
              <a:buSzPts val="8600"/>
              <a:buChar char="•"/>
              <a:defRPr sz="8600"/>
            </a:lvl3pPr>
            <a:lvl4pPr marL="1828800" lvl="3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–"/>
              <a:defRPr sz="7700"/>
            </a:lvl4pPr>
            <a:lvl5pPr marL="2286000" lvl="4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»"/>
              <a:defRPr sz="7700"/>
            </a:lvl5pPr>
            <a:lvl6pPr marL="2743200" lvl="5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6pPr>
            <a:lvl7pPr marL="3200400" lvl="6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7pPr>
            <a:lvl8pPr marL="3657600" lvl="7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8pPr>
            <a:lvl9pPr marL="4114800" lvl="8" indent="-717550" algn="l">
              <a:spcBef>
                <a:spcPts val="1540"/>
              </a:spcBef>
              <a:spcAft>
                <a:spcPts val="0"/>
              </a:spcAft>
              <a:buClr>
                <a:schemeClr val="dk1"/>
              </a:buClr>
              <a:buSzPts val="7700"/>
              <a:buChar char="•"/>
              <a:defRPr sz="77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2194563" y="1310640"/>
            <a:ext cx="1443990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Corbel"/>
              <a:buNone/>
              <a:defRPr sz="96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7160240" y="1310643"/>
            <a:ext cx="245364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1206500" algn="l">
              <a:spcBef>
                <a:spcPts val="3080"/>
              </a:spcBef>
              <a:spcAft>
                <a:spcPts val="0"/>
              </a:spcAft>
              <a:buClr>
                <a:schemeClr val="dk1"/>
              </a:buClr>
              <a:buSzPts val="15400"/>
              <a:buChar char="•"/>
              <a:defRPr sz="15400"/>
            </a:lvl1pPr>
            <a:lvl2pPr marL="914400" lvl="1" indent="-1079500" algn="l">
              <a:spcBef>
                <a:spcPts val="2680"/>
              </a:spcBef>
              <a:spcAft>
                <a:spcPts val="0"/>
              </a:spcAft>
              <a:buClr>
                <a:schemeClr val="dk1"/>
              </a:buClr>
              <a:buSzPts val="13400"/>
              <a:buChar char="–"/>
              <a:defRPr sz="13400"/>
            </a:lvl2pPr>
            <a:lvl3pPr marL="1371600" lvl="2" indent="-958850" algn="l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Char char="•"/>
              <a:defRPr sz="11500"/>
            </a:lvl3pPr>
            <a:lvl4pPr marL="1828800" lvl="3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–"/>
              <a:defRPr sz="9600"/>
            </a:lvl4pPr>
            <a:lvl5pPr marL="2286000" lvl="4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»"/>
              <a:defRPr sz="9600"/>
            </a:lvl5pPr>
            <a:lvl6pPr marL="2743200" lvl="5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6pPr>
            <a:lvl7pPr marL="3200400" lvl="6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7pPr>
            <a:lvl8pPr marL="3657600" lvl="7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8pPr>
            <a:lvl9pPr marL="4114800" lvl="8" indent="-838200" algn="l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2194563" y="6888483"/>
            <a:ext cx="1443990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228600" algn="l">
              <a:spcBef>
                <a:spcPts val="1340"/>
              </a:spcBef>
              <a:spcAft>
                <a:spcPts val="0"/>
              </a:spcAft>
              <a:buClr>
                <a:schemeClr val="dk1"/>
              </a:buClr>
              <a:buSzPts val="6700"/>
              <a:buNone/>
              <a:defRPr sz="6700"/>
            </a:lvl1pPr>
            <a:lvl2pPr marL="914400" lvl="1" indent="-228600" algn="l"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5800"/>
              <a:buNone/>
              <a:defRPr sz="5800"/>
            </a:lvl2pPr>
            <a:lvl3pPr marL="1371600" lvl="2" indent="-228600" algn="l"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3pPr>
            <a:lvl4pPr marL="1828800" lvl="3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4pPr>
            <a:lvl5pPr marL="2286000" lvl="4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5pPr>
            <a:lvl6pPr marL="2743200" lvl="5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6pPr>
            <a:lvl7pPr marL="3200400" lvl="6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7pPr>
            <a:lvl8pPr marL="3657600" lvl="7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8pPr>
            <a:lvl9pPr marL="4114800" lvl="8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8602982" y="23042880"/>
            <a:ext cx="2633472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Corbel"/>
              <a:buNone/>
              <a:defRPr sz="96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8602982" y="2941320"/>
            <a:ext cx="2633472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8602982" y="25763222"/>
            <a:ext cx="2633472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228600" algn="l">
              <a:spcBef>
                <a:spcPts val="1340"/>
              </a:spcBef>
              <a:spcAft>
                <a:spcPts val="0"/>
              </a:spcAft>
              <a:buClr>
                <a:schemeClr val="dk1"/>
              </a:buClr>
              <a:buSzPts val="6700"/>
              <a:buNone/>
              <a:defRPr sz="6700"/>
            </a:lvl1pPr>
            <a:lvl2pPr marL="914400" lvl="1" indent="-228600" algn="l">
              <a:spcBef>
                <a:spcPts val="1160"/>
              </a:spcBef>
              <a:spcAft>
                <a:spcPts val="0"/>
              </a:spcAft>
              <a:buClr>
                <a:schemeClr val="dk1"/>
              </a:buClr>
              <a:buSzPts val="5800"/>
              <a:buNone/>
              <a:defRPr sz="5800"/>
            </a:lvl2pPr>
            <a:lvl3pPr marL="1371600" lvl="2" indent="-228600" algn="l"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3pPr>
            <a:lvl4pPr marL="1828800" lvl="3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4pPr>
            <a:lvl5pPr marL="2286000" lvl="4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5pPr>
            <a:lvl6pPr marL="2743200" lvl="5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6pPr>
            <a:lvl7pPr marL="3200400" lvl="6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7pPr>
            <a:lvl8pPr marL="3657600" lvl="7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8pPr>
            <a:lvl9pPr marL="4114800" lvl="8" indent="-228600" algn="l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11083289" y="-1207766"/>
            <a:ext cx="21724622" cy="3950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22715220" y="10424165"/>
            <a:ext cx="28087320" cy="9875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2598420" y="914405"/>
            <a:ext cx="28087320" cy="2889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00"/>
              <a:buFont typeface="Corbel"/>
              <a:buNone/>
              <a:defRPr sz="211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2194560" y="7680963"/>
            <a:ext cx="3950208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t" anchorCtr="0">
            <a:normAutofit/>
          </a:bodyPr>
          <a:lstStyle>
            <a:lvl1pPr marL="457200" marR="0" lvl="0" indent="-1206500" algn="l" rtl="0">
              <a:spcBef>
                <a:spcPts val="3080"/>
              </a:spcBef>
              <a:spcAft>
                <a:spcPts val="0"/>
              </a:spcAft>
              <a:buClr>
                <a:schemeClr val="dk1"/>
              </a:buClr>
              <a:buSzPts val="15400"/>
              <a:buFont typeface="Arial"/>
              <a:buChar char="•"/>
              <a:defRPr sz="15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914400" marR="0" lvl="1" indent="-1079500" algn="l" rtl="0">
              <a:spcBef>
                <a:spcPts val="2680"/>
              </a:spcBef>
              <a:spcAft>
                <a:spcPts val="0"/>
              </a:spcAft>
              <a:buClr>
                <a:schemeClr val="dk1"/>
              </a:buClr>
              <a:buSzPts val="13400"/>
              <a:buFont typeface="Arial"/>
              <a:buChar char="–"/>
              <a:defRPr sz="134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371600" marR="0" lvl="2" indent="-958850" algn="l" rtl="0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500"/>
              <a:buFont typeface="Arial"/>
              <a:buChar char="•"/>
              <a:defRPr sz="115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828800" marR="0" lvl="3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–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0" marR="0" lvl="4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»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743200" marR="0" lvl="5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200400" marR="0" lvl="6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657600" marR="0" lvl="7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4114800" marR="0" lvl="8" indent="-838200" algn="l" rtl="0"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600" b="0" i="0" u="none" strike="noStrike" cap="non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8900" tIns="219450" rIns="438900" bIns="2194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 rtl="0">
              <a:spcBef>
                <a:spcPts val="0"/>
              </a:spcBef>
              <a:buNone/>
              <a:defRPr sz="5800" b="0" i="0" u="none" strike="noStrike" cap="none">
                <a:solidFill>
                  <a:srgbClr val="BF8B8E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150992" y="1208897"/>
            <a:ext cx="44450577" cy="622584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 b="0" i="0" u="none" strike="noStrike" cap="none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33184530" y="8746424"/>
            <a:ext cx="10018879" cy="886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000" dirty="0">
                <a:latin typeface="EB Garamond" pitchFamily="2" charset="0"/>
                <a:ea typeface="EB Garamond" pitchFamily="2" charset="0"/>
              </a:rPr>
              <a:t>GDPR research has largely focused on legal compliance obligations and enforcement (Baldwin et al., 2011). Economic studies document reduced venture investment post-GDPR (Jia et al., 2021) and declines in web traffic and e-commerce revenue (Goldberg et al., 2022), while others find GDPR increased data input costs by 22% on average, with larger firms less affected (Demirer et al., 2024). Regulatory uncertainty — distinct from compliance cost — is theorized to produce overcompliance or avoidance behaviors as firms adopt precautionary interpretations under ambiguous rules (Bardach &amp; Kagan, 2002; Baldwin et al., 2011). </a:t>
            </a:r>
          </a:p>
          <a:p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dirty="0">
                <a:latin typeface="EB Garamond" pitchFamily="2" charset="0"/>
                <a:ea typeface="EB Garamond" pitchFamily="2" charset="0"/>
              </a:rPr>
              <a:t>Yet empirical evidence on how uncertainty specifically shapes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behavioral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firm responses, separate from burden, remains limited.</a:t>
            </a:r>
          </a:p>
          <a:p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dirty="0">
                <a:latin typeface="EB Garamond" pitchFamily="2" charset="0"/>
                <a:ea typeface="EB Garamond" pitchFamily="2" charset="0"/>
              </a:rPr>
              <a:t>This study fills that gap using a 2024 cross-sectional survey of 637 German firms (ZEW), isolating the independent effects of uncertainty, burden, and opportunity orientation across eight behavioral outcomes.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6568626" y="467218"/>
            <a:ext cx="184666" cy="1415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31985" y="19156913"/>
            <a:ext cx="9885343" cy="13480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000" dirty="0">
                <a:latin typeface="EB Garamond" pitchFamily="2" charset="0"/>
                <a:ea typeface="EB Garamond" pitchFamily="2" charset="0"/>
              </a:rPr>
              <a:t>This study's cross-sectional design limits causal identification. Three directions would strengthen and extend these findings:</a:t>
            </a:r>
          </a:p>
          <a:p>
            <a:endParaRPr lang="en-US" sz="3000" b="1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1. Panel Data &amp; Causal Identification</a:t>
            </a:r>
            <a:br>
              <a:rPr lang="en-US" sz="3000" dirty="0">
                <a:latin typeface="EB Garamond" pitchFamily="2" charset="0"/>
                <a:ea typeface="EB Garamond" pitchFamily="2" charset="0"/>
              </a:rPr>
            </a:br>
            <a:r>
              <a:rPr lang="en-US" sz="3000" dirty="0">
                <a:latin typeface="EB Garamond" pitchFamily="2" charset="0"/>
                <a:ea typeface="EB Garamond" pitchFamily="2" charset="0"/>
              </a:rPr>
              <a:t>Track the same firms over time to establish whether uncertainty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precedes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behavioral changes. A difference-in-differences design exploiting variation in national supervisory authority enforcement intensity across EU member states could isolate causal effects.</a:t>
            </a:r>
          </a:p>
          <a:p>
            <a:endParaRPr lang="en-US" sz="3000" b="1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2. Cross-Country Comparison</a:t>
            </a:r>
            <a:br>
              <a:rPr lang="en-US" sz="3000" dirty="0">
                <a:latin typeface="EB Garamond" pitchFamily="2" charset="0"/>
                <a:ea typeface="EB Garamond" pitchFamily="2" charset="0"/>
              </a:rPr>
            </a:br>
            <a:r>
              <a:rPr lang="en-US" sz="3000" dirty="0">
                <a:latin typeface="EB Garamond" pitchFamily="2" charset="0"/>
                <a:ea typeface="EB Garamond" pitchFamily="2" charset="0"/>
              </a:rPr>
              <a:t>Germany may not be representative of the broader EU. Comparing firm responses across high-enforcement (Germany, France) vs. low-enforcement (Eastern Europe) jurisdictions would test whether regulatory culture moderates the uncertainty-behavior relationship.</a:t>
            </a:r>
          </a:p>
          <a:p>
            <a:endParaRPr lang="en-US" sz="3000" b="1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3. Disaggregating Uncertainty</a:t>
            </a:r>
            <a:br>
              <a:rPr lang="en-US" sz="3000" dirty="0">
                <a:latin typeface="EB Garamond" pitchFamily="2" charset="0"/>
                <a:ea typeface="EB Garamond" pitchFamily="2" charset="0"/>
              </a:rPr>
            </a:br>
            <a:r>
              <a:rPr lang="en-US" sz="3000" dirty="0">
                <a:latin typeface="EB Garamond" pitchFamily="2" charset="0"/>
                <a:ea typeface="EB Garamond" pitchFamily="2" charset="0"/>
              </a:rPr>
              <a:t>This study measures uncertainty as a single index. Future work should distinguish between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interpretive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uncertainty (what does the law require?) and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enforcement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uncertainty (will we be penalized?) — these likely produce different behavioral responses and require different policy remedies.</a:t>
            </a:r>
          </a:p>
          <a:p>
            <a:endParaRPr lang="en-US" sz="3000" b="1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Policy Implication:</a:t>
            </a:r>
            <a:br>
              <a:rPr lang="en-US" sz="3000" dirty="0">
                <a:latin typeface="EB Garamond" pitchFamily="2" charset="0"/>
                <a:ea typeface="EB Garamond" pitchFamily="2" charset="0"/>
              </a:rPr>
            </a:br>
            <a:r>
              <a:rPr lang="en-US" sz="3000" dirty="0">
                <a:latin typeface="EB Garamond" pitchFamily="2" charset="0"/>
                <a:ea typeface="EB Garamond" pitchFamily="2" charset="0"/>
              </a:rPr>
              <a:t>Results suggest that clearer regulatory guidance — not just stricter enforcement — is the most direct lever for reducing GDPR's unintended innovation costs.</a:t>
            </a:r>
          </a:p>
        </p:txBody>
      </p:sp>
      <p:sp>
        <p:nvSpPr>
          <p:cNvPr id="95" name="Google Shape;95;p1"/>
          <p:cNvSpPr txBox="1"/>
          <p:nvPr/>
        </p:nvSpPr>
        <p:spPr>
          <a:xfrm>
            <a:off x="7013892" y="1524716"/>
            <a:ext cx="28948613" cy="4339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400" b="1" dirty="0">
                <a:solidFill>
                  <a:schemeClr val="lt1"/>
                </a:solidFill>
                <a:latin typeface="Adelle Sans Devanagari" panose="02000503000000020004" pitchFamily="2" charset="-78"/>
                <a:ea typeface="Helvetica Neue"/>
                <a:cs typeface="Adelle Sans Devanagari" panose="02000503000000020004" pitchFamily="2" charset="-78"/>
                <a:sym typeface="Helvetica Neue"/>
              </a:rPr>
              <a:t>The Economics of Data Privacy: Regulatory Uncertainty and Corporate Responses to the EU GDPR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lt1"/>
                </a:solidFill>
                <a:latin typeface="Adelle Sans Devanagari" panose="02000503000000020004" pitchFamily="2" charset="-78"/>
                <a:ea typeface="Helvetica Neue"/>
                <a:cs typeface="Adelle Sans Devanagari" panose="02000503000000020004" pitchFamily="2" charset="-78"/>
                <a:sym typeface="Helvetica Neue"/>
              </a:rPr>
              <a:t>Hariaksha Gunda*, Dr. Martin </a:t>
            </a:r>
            <a:r>
              <a:rPr lang="en-US" sz="6000" b="1" dirty="0" err="1">
                <a:solidFill>
                  <a:schemeClr val="lt1"/>
                </a:solidFill>
                <a:latin typeface="Adelle Sans Devanagari" panose="02000503000000020004" pitchFamily="2" charset="-78"/>
                <a:ea typeface="Helvetica Neue"/>
                <a:cs typeface="Adelle Sans Devanagari" panose="02000503000000020004" pitchFamily="2" charset="-78"/>
                <a:sym typeface="Helvetica Neue"/>
              </a:rPr>
              <a:t>Kesternich</a:t>
            </a:r>
            <a:r>
              <a:rPr lang="en-US" sz="6000" b="1" dirty="0">
                <a:solidFill>
                  <a:schemeClr val="lt1"/>
                </a:solidFill>
                <a:latin typeface="Adelle Sans Devanagari" panose="02000503000000020004" pitchFamily="2" charset="-78"/>
                <a:ea typeface="Helvetica Neue"/>
                <a:cs typeface="Adelle Sans Devanagari" panose="02000503000000020004" pitchFamily="2" charset="-78"/>
                <a:sym typeface="Helvetica Neue"/>
              </a:rPr>
              <a:t>, Dr. Michael Price</a:t>
            </a:r>
            <a:endParaRPr lang="en-US" sz="6000" dirty="0">
              <a:latin typeface="Adelle Sans Devanagari" panose="02000503000000020004" pitchFamily="2" charset="-78"/>
              <a:cs typeface="Adelle Sans Devanagari" panose="02000503000000020004" pitchFamily="2" charset="-78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1" dirty="0">
                <a:solidFill>
                  <a:schemeClr val="lt1"/>
                </a:solidFill>
                <a:latin typeface="Adelle Sans Devanagari" panose="02000503000000020004" pitchFamily="2" charset="-78"/>
                <a:ea typeface="Helvetica Neue"/>
                <a:cs typeface="Adelle Sans Devanagari" panose="02000503000000020004" pitchFamily="2" charset="-78"/>
                <a:sym typeface="Helvetica Neue"/>
              </a:rPr>
              <a:t>Department of Economics, Finance, and Legal Studies</a:t>
            </a:r>
            <a:endParaRPr sz="4800" dirty="0">
              <a:solidFill>
                <a:schemeClr val="lt1"/>
              </a:solidFill>
              <a:latin typeface="Adelle Sans Devanagari" panose="02000503000000020004" pitchFamily="2" charset="-78"/>
              <a:ea typeface="Helvetica Neue"/>
              <a:cs typeface="Adelle Sans Devanagari" panose="02000503000000020004" pitchFamily="2" charset="-78"/>
              <a:sym typeface="Helvetica Neue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32995052" y="7593487"/>
            <a:ext cx="1024128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33495115" y="7621227"/>
            <a:ext cx="9083675" cy="769938"/>
          </a:xfrm>
          <a:prstGeom prst="rect">
            <a:avLst/>
          </a:prstGeom>
          <a:noFill/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LITERATURE AND CONTEXT</a:t>
            </a:r>
            <a:endParaRPr dirty="0"/>
          </a:p>
        </p:txBody>
      </p:sp>
      <p:sp>
        <p:nvSpPr>
          <p:cNvPr id="100" name="Google Shape;100;p1"/>
          <p:cNvSpPr/>
          <p:nvPr/>
        </p:nvSpPr>
        <p:spPr>
          <a:xfrm>
            <a:off x="12037121" y="7607074"/>
            <a:ext cx="1952244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12554901" y="7663904"/>
            <a:ext cx="18355683" cy="769442"/>
          </a:xfrm>
          <a:prstGeom prst="rect">
            <a:avLst/>
          </a:prstGeom>
          <a:noFill/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DATA AND METHODS</a:t>
            </a:r>
            <a:endParaRPr dirty="0"/>
          </a:p>
        </p:txBody>
      </p:sp>
      <p:sp>
        <p:nvSpPr>
          <p:cNvPr id="104" name="Google Shape;104;p1"/>
          <p:cNvSpPr/>
          <p:nvPr/>
        </p:nvSpPr>
        <p:spPr>
          <a:xfrm>
            <a:off x="924516" y="17900545"/>
            <a:ext cx="1024128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1271073" y="17964474"/>
            <a:ext cx="9607873" cy="769441"/>
          </a:xfrm>
          <a:prstGeom prst="rect">
            <a:avLst/>
          </a:prstGeom>
          <a:noFill/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FUTURE RESEARCH</a:t>
            </a:r>
            <a:endParaRPr dirty="0"/>
          </a:p>
        </p:txBody>
      </p:sp>
      <p:pic>
        <p:nvPicPr>
          <p:cNvPr id="106" name="Google Shape;106;p1" descr="nameplate201_WHITE.eps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763623" y="5350030"/>
            <a:ext cx="9085603" cy="47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"/>
          <p:cNvSpPr/>
          <p:nvPr/>
        </p:nvSpPr>
        <p:spPr>
          <a:xfrm>
            <a:off x="32612708" y="23952021"/>
            <a:ext cx="1024128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32613172" y="23855183"/>
            <a:ext cx="10236053" cy="914400"/>
          </a:xfrm>
          <a:prstGeom prst="rect">
            <a:avLst/>
          </a:prstGeom>
          <a:solidFill>
            <a:srgbClr val="9C233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u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REFERENCES</a:t>
            </a:r>
            <a:endParaRPr/>
          </a:p>
        </p:txBody>
      </p:sp>
      <p:sp>
        <p:nvSpPr>
          <p:cNvPr id="111" name="Google Shape;111;p1"/>
          <p:cNvSpPr/>
          <p:nvPr/>
        </p:nvSpPr>
        <p:spPr>
          <a:xfrm>
            <a:off x="32796052" y="25200805"/>
            <a:ext cx="9583737" cy="7017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14400" lvl="0" indent="-914400"/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  <a:cs typeface="EB Garamond"/>
                <a:sym typeface="EB Garamond"/>
              </a:rPr>
              <a:t>[1] 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Jia, Jian, Ginger Zhe Jin, and Liad Wagman. "The short-run effects of the general data protection regulation on technology venture investment."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Marketing Science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40, no. 4 (2021): 661-684.</a:t>
            </a:r>
          </a:p>
          <a:p>
            <a:pPr marL="914400" lvl="0" indent="-914400"/>
            <a:r>
              <a:rPr lang="en-US" sz="3000" dirty="0">
                <a:latin typeface="EB Garamond" pitchFamily="2" charset="0"/>
                <a:ea typeface="EB Garamond" pitchFamily="2" charset="0"/>
              </a:rPr>
              <a:t>[2] Goldberg, Samuel G., Garrett A. Johnson, and Scott K. Shriver. "Regulating privacy online: An economic evaluation of the GDPR."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American Economic Journal: Economic Policy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16, no. 1 (2024): 325-358.</a:t>
            </a:r>
          </a:p>
          <a:p>
            <a:pPr marL="914400" lvl="0" indent="-914400"/>
            <a:r>
              <a:rPr lang="en-US" sz="3000" dirty="0">
                <a:latin typeface="EB Garamond" pitchFamily="2" charset="0"/>
                <a:ea typeface="EB Garamond" pitchFamily="2" charset="0"/>
              </a:rPr>
              <a:t>[3] Baldwin, Robert, Martin Cave, and Martin Lodge.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Understanding regulation: theory, strategy, and practice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. Oxford university press, 2011.</a:t>
            </a:r>
          </a:p>
          <a:p>
            <a:pPr marL="914400" lvl="0" indent="-914400"/>
            <a:r>
              <a:rPr lang="en-US" sz="3000" dirty="0">
                <a:latin typeface="EB Garamond" pitchFamily="2" charset="0"/>
                <a:ea typeface="EB Garamond" pitchFamily="2" charset="0"/>
              </a:rPr>
              <a:t>[4] Demirer, M., Hernández, D. J. J., Li, D., &amp; Peng, S. (2024).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Data, privacy laws and firm production: Evidence from the GDPR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(No. w32146). National Bureau of Economic Research.</a:t>
            </a:r>
          </a:p>
        </p:txBody>
      </p:sp>
      <p:sp>
        <p:nvSpPr>
          <p:cNvPr id="133" name="Google Shape;133;p1"/>
          <p:cNvSpPr/>
          <p:nvPr/>
        </p:nvSpPr>
        <p:spPr>
          <a:xfrm>
            <a:off x="861777" y="7591425"/>
            <a:ext cx="1024128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 dirty="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372767" y="7674887"/>
            <a:ext cx="9083675" cy="769938"/>
          </a:xfrm>
          <a:prstGeom prst="rect">
            <a:avLst/>
          </a:prstGeom>
          <a:noFill/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QUESTION AND SIGNIFICANCE</a:t>
            </a:r>
            <a:endParaRPr dirty="0"/>
          </a:p>
        </p:txBody>
      </p:sp>
      <p:sp>
        <p:nvSpPr>
          <p:cNvPr id="135" name="Google Shape;135;p1"/>
          <p:cNvSpPr/>
          <p:nvPr/>
        </p:nvSpPr>
        <p:spPr>
          <a:xfrm>
            <a:off x="12037121" y="18286243"/>
            <a:ext cx="19522440" cy="914400"/>
          </a:xfrm>
          <a:prstGeom prst="rect">
            <a:avLst/>
          </a:prstGeom>
          <a:solidFill>
            <a:srgbClr val="9C2334"/>
          </a:solidFill>
          <a:ln>
            <a:noFill/>
          </a:ln>
          <a:effectLst>
            <a:outerShdw blurRad="50800" dist="38100" dir="5400000" algn="t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00">
              <a:solidFill>
                <a:schemeClr val="lt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2554901" y="18343073"/>
            <a:ext cx="18355683" cy="769442"/>
          </a:xfrm>
          <a:prstGeom prst="rect">
            <a:avLst/>
          </a:prstGeom>
          <a:noFill/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FINDINGS</a:t>
            </a:r>
            <a:endParaRPr dirty="0"/>
          </a:p>
        </p:txBody>
      </p:sp>
      <p:sp>
        <p:nvSpPr>
          <p:cNvPr id="168" name="Google Shape;168;p1"/>
          <p:cNvSpPr/>
          <p:nvPr/>
        </p:nvSpPr>
        <p:spPr>
          <a:xfrm>
            <a:off x="1080319" y="8680605"/>
            <a:ext cx="9809347" cy="886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n-US" sz="3000" b="1" dirty="0">
                <a:latin typeface="EB Garamond" pitchFamily="2" charset="0"/>
                <a:ea typeface="EB Garamond" pitchFamily="2" charset="0"/>
              </a:rPr>
              <a:t>How do regulatory uncertainty and compliance burden — arising from the EU General Data Protection Regulation (GDPR) — shape firm behavior, specifically with respect to AI adoption, research data sharing, and perceptions of competitive disadvantage?</a:t>
            </a:r>
          </a:p>
          <a:p>
            <a:pPr lvl="0" algn="just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  <a:cs typeface="EB Garamond"/>
              <a:sym typeface="EB Garamond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Why It Matters:</a:t>
            </a:r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GDPR (effective May 2018) is the world's most consequential data privacy law, affecting millions of firms across the EU and beyond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Despite 6+ years of enforcement, many firms still report significant uncertainty about how to interpret and apply its provisions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Regulatory ambiguity may generate unintended costs: suppressed innovation, reduced academic-industry data collaboration, and barriers to AI deployment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Understanding </a:t>
            </a:r>
            <a:r>
              <a:rPr lang="en-US" sz="3000" i="1" dirty="0">
                <a:latin typeface="EB Garamond" pitchFamily="2" charset="0"/>
                <a:ea typeface="EB Garamond" pitchFamily="2" charset="0"/>
              </a:rPr>
              <a:t>which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 firms bear these costs — and which convert compliance into competitive advantage — has direct implications for EU digital policy and competitiveness</a:t>
            </a:r>
          </a:p>
        </p:txBody>
      </p:sp>
      <p:pic>
        <p:nvPicPr>
          <p:cNvPr id="3" name="Picture 2" descr="A black and white sign with grey text&#10;&#10;Description automatically generated">
            <a:extLst>
              <a:ext uri="{FF2B5EF4-FFF2-40B4-BE49-F238E27FC236}">
                <a16:creationId xmlns:a16="http://schemas.microsoft.com/office/drawing/2014/main" id="{0F454FC8-6F81-FA71-B2C1-B7EC748919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25" y="4486183"/>
            <a:ext cx="6477976" cy="176903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8724876-F249-7C1F-89C4-FC1BCDA651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557986"/>
              </p:ext>
            </p:extLst>
          </p:nvPr>
        </p:nvGraphicFramePr>
        <p:xfrm>
          <a:off x="12823848" y="9352762"/>
          <a:ext cx="5232964" cy="8122791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16482">
                  <a:extLst>
                    <a:ext uri="{9D8B030D-6E8A-4147-A177-3AD203B41FA5}">
                      <a16:colId xmlns:a16="http://schemas.microsoft.com/office/drawing/2014/main" val="1376709011"/>
                    </a:ext>
                  </a:extLst>
                </a:gridCol>
                <a:gridCol w="2616482">
                  <a:extLst>
                    <a:ext uri="{9D8B030D-6E8A-4147-A177-3AD203B41FA5}">
                      <a16:colId xmlns:a16="http://schemas.microsoft.com/office/drawing/2014/main" val="2908749893"/>
                    </a:ext>
                  </a:extLst>
                </a:gridCol>
              </a:tblGrid>
              <a:tr h="641273">
                <a:tc gridSpan="2"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latin typeface="EB Garamond" pitchFamily="2" charset="0"/>
                          <a:ea typeface="EB Garamond" pitchFamily="2" charset="0"/>
                        </a:rPr>
                        <a:t>Data Summary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5426296"/>
                  </a:ext>
                </a:extLst>
              </a:tr>
              <a:tr h="1175667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Sample: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637 German firms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42957"/>
                  </a:ext>
                </a:extLst>
              </a:tr>
              <a:tr h="1175667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Source: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ZEW Business Survey, Q1 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2771499"/>
                  </a:ext>
                </a:extLst>
              </a:tr>
              <a:tr h="277885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Sectors: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ICT, Knowledge-intensive services, Manufacturing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390060"/>
                  </a:ext>
                </a:extLst>
              </a:tr>
              <a:tr h="1175667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Size: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5 to 1,000+ employees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664289"/>
                  </a:ext>
                </a:extLst>
              </a:tr>
              <a:tr h="1175667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Analytic survey weights (WLS)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236298"/>
                  </a:ext>
                </a:extLst>
              </a:tr>
            </a:tbl>
          </a:graphicData>
        </a:graphic>
      </p:graphicFrame>
      <p:sp>
        <p:nvSpPr>
          <p:cNvPr id="8" name="Google Shape;91;p1">
            <a:extLst>
              <a:ext uri="{FF2B5EF4-FFF2-40B4-BE49-F238E27FC236}">
                <a16:creationId xmlns:a16="http://schemas.microsoft.com/office/drawing/2014/main" id="{830DBFD4-B51A-608D-8CF1-49CCA001F122}"/>
              </a:ext>
            </a:extLst>
          </p:cNvPr>
          <p:cNvSpPr txBox="1"/>
          <p:nvPr/>
        </p:nvSpPr>
        <p:spPr>
          <a:xfrm>
            <a:off x="19808114" y="8971896"/>
            <a:ext cx="10666698" cy="886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Outcome variables (8 binary outcomes):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AI adoption barrier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a_ki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Innovation slowdown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a_inno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Research data sharing reduction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a_forsch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Process standardization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a_stand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Process optimization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a_proz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Business threat perception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a_gefahr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Competitive disadvantage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a_nachteil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Customer trust increase (</a:t>
            </a:r>
            <a:r>
              <a:rPr lang="en-US" sz="3000" dirty="0" err="1">
                <a:latin typeface="EB Garamond" pitchFamily="2" charset="0"/>
                <a:ea typeface="EB Garamond" pitchFamily="2" charset="0"/>
              </a:rPr>
              <a:t>a_vertrau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Key Regressors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Uncertainty (high vs. low)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Compliance burden (high vs. low)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EB Garamond" pitchFamily="2" charset="0"/>
                <a:ea typeface="EB Garamond" pitchFamily="2" charset="0"/>
              </a:rPr>
              <a:t>Opportunity orientation (high vs. low)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Controls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: firm size, sector, data usage importance, customer privacy, sensitivity, data sharing behavior</a:t>
            </a:r>
          </a:p>
          <a:p>
            <a:endParaRPr lang="en-US" sz="3000" dirty="0">
              <a:latin typeface="EB Garamond" pitchFamily="2" charset="0"/>
              <a:ea typeface="EB Garamond" pitchFamily="2" charset="0"/>
            </a:endParaRPr>
          </a:p>
          <a:p>
            <a:r>
              <a:rPr lang="en-US" sz="3000" b="1" dirty="0">
                <a:latin typeface="EB Garamond" pitchFamily="2" charset="0"/>
                <a:ea typeface="EB Garamond" pitchFamily="2" charset="0"/>
              </a:rPr>
              <a:t>Model</a:t>
            </a:r>
            <a:r>
              <a:rPr lang="en-US" sz="3000" dirty="0">
                <a:latin typeface="EB Garamond" pitchFamily="2" charset="0"/>
                <a:ea typeface="EB Garamond" pitchFamily="2" charset="0"/>
              </a:rPr>
              <a:t>: Weighted Linear Probability Model (LPM), HC1 robust SEs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EF756F-0BBA-5CD2-ED7C-4D14A1911BAC}"/>
              </a:ext>
            </a:extLst>
          </p:cNvPr>
          <p:cNvSpPr txBox="1"/>
          <p:nvPr/>
        </p:nvSpPr>
        <p:spPr>
          <a:xfrm>
            <a:off x="12725653" y="28505516"/>
            <a:ext cx="5598923" cy="3323987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algn="ctr"/>
            <a:r>
              <a:rPr lang="en-US" sz="3000" b="1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Uncertainty</a:t>
            </a:r>
          </a:p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Drives legal paralysis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Reduces AI adoption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Reduces data sharing</a:t>
            </a:r>
          </a:p>
          <a:p>
            <a:pPr algn="ctr"/>
            <a:endParaRPr lang="en-US" sz="3000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B2ED8-489E-FB9A-EA1C-11EE621B6B1A}"/>
              </a:ext>
            </a:extLst>
          </p:cNvPr>
          <p:cNvSpPr txBox="1"/>
          <p:nvPr/>
        </p:nvSpPr>
        <p:spPr>
          <a:xfrm>
            <a:off x="19036410" y="28505516"/>
            <a:ext cx="5598923" cy="3323987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algn="ctr"/>
            <a:r>
              <a:rPr lang="en-US" sz="3000" b="1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Burden</a:t>
            </a:r>
          </a:p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Suppresses AI and innovation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Adds perceived competitive disadvantage for EU firms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endParaRPr lang="en-US" sz="3000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E7C330-57D5-6AC6-C3FC-7663EDE62494}"/>
              </a:ext>
            </a:extLst>
          </p:cNvPr>
          <p:cNvSpPr txBox="1"/>
          <p:nvPr/>
        </p:nvSpPr>
        <p:spPr>
          <a:xfrm>
            <a:off x="25435337" y="28505516"/>
            <a:ext cx="5598923" cy="3323987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algn="ctr"/>
            <a:r>
              <a:rPr lang="en-US" sz="3000" b="1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Opportunity</a:t>
            </a:r>
          </a:p>
          <a:p>
            <a:pPr algn="ctr"/>
            <a:endParaRPr lang="en-US" sz="3000" b="1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accent6"/>
                </a:solidFill>
                <a:latin typeface="EB Garamond" pitchFamily="2" charset="0"/>
                <a:ea typeface="EB Garamond" pitchFamily="2" charset="0"/>
              </a:rPr>
              <a:t>Converts GDPR into process improvements and customer trust gains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endParaRPr lang="en-US" sz="3000" dirty="0">
              <a:solidFill>
                <a:schemeClr val="accent6"/>
              </a:solidFill>
              <a:latin typeface="EB Garamond" pitchFamily="2" charset="0"/>
              <a:ea typeface="EB Garamond" pitchFamily="2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A497FD5-5265-7418-056A-DA3CFE993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39402"/>
              </p:ext>
            </p:extLst>
          </p:nvPr>
        </p:nvGraphicFramePr>
        <p:xfrm>
          <a:off x="12554900" y="22693376"/>
          <a:ext cx="17919912" cy="4937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479978">
                  <a:extLst>
                    <a:ext uri="{9D8B030D-6E8A-4147-A177-3AD203B41FA5}">
                      <a16:colId xmlns:a16="http://schemas.microsoft.com/office/drawing/2014/main" val="3598916711"/>
                    </a:ext>
                  </a:extLst>
                </a:gridCol>
                <a:gridCol w="4479978">
                  <a:extLst>
                    <a:ext uri="{9D8B030D-6E8A-4147-A177-3AD203B41FA5}">
                      <a16:colId xmlns:a16="http://schemas.microsoft.com/office/drawing/2014/main" val="3246062061"/>
                    </a:ext>
                  </a:extLst>
                </a:gridCol>
                <a:gridCol w="4479978">
                  <a:extLst>
                    <a:ext uri="{9D8B030D-6E8A-4147-A177-3AD203B41FA5}">
                      <a16:colId xmlns:a16="http://schemas.microsoft.com/office/drawing/2014/main" val="2088018993"/>
                    </a:ext>
                  </a:extLst>
                </a:gridCol>
                <a:gridCol w="4479978">
                  <a:extLst>
                    <a:ext uri="{9D8B030D-6E8A-4147-A177-3AD203B41FA5}">
                      <a16:colId xmlns:a16="http://schemas.microsoft.com/office/drawing/2014/main" val="2185063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latin typeface="EB Garamond" pitchFamily="2" charset="0"/>
                          <a:ea typeface="EB Garamond" pitchFamily="2" charset="0"/>
                        </a:rPr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latin typeface="EB Garamond" pitchFamily="2" charset="0"/>
                          <a:ea typeface="EB Garamond" pitchFamily="2" charset="0"/>
                        </a:rPr>
                        <a:t>Uncertainty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latin typeface="EB Garamond" pitchFamily="2" charset="0"/>
                          <a:ea typeface="EB Garamond" pitchFamily="2" charset="0"/>
                        </a:rPr>
                        <a:t>Burden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latin typeface="EB Garamond" pitchFamily="2" charset="0"/>
                          <a:ea typeface="EB Garamond" pitchFamily="2" charset="0"/>
                        </a:rPr>
                        <a:t>Opportunity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135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AI adoption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5672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Innovation slowdown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1389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Research sharing </a:t>
                      </a:r>
                      <a:r>
                        <a:rPr lang="en-US" sz="3000" b="0" i="0" u="none" strike="noStrike" cap="none" dirty="0">
                          <a:solidFill>
                            <a:schemeClr val="accent6"/>
                          </a:solidFill>
                          <a:effectLst/>
                          <a:latin typeface="EB Garamond" pitchFamily="2" charset="0"/>
                          <a:ea typeface="EB Garamond" pitchFamily="2" charset="0"/>
                          <a:cs typeface="+mn-cs"/>
                          <a:sym typeface="Arial"/>
                        </a:rPr>
                        <a:t>↓</a:t>
                      </a:r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258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Business threat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952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Competitive disadvantage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39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Process standardization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2478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Process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7234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000" dirty="0">
                          <a:solidFill>
                            <a:schemeClr val="accent6"/>
                          </a:solidFill>
                          <a:latin typeface="EB Garamond" pitchFamily="2" charset="0"/>
                          <a:ea typeface="EB Garamond" pitchFamily="2" charset="0"/>
                        </a:rPr>
                        <a:t>Customer trust </a:t>
                      </a:r>
                      <a:r>
                        <a:rPr lang="en-US" sz="3000" b="0" i="0" u="none" strike="noStrike" cap="none" dirty="0">
                          <a:solidFill>
                            <a:schemeClr val="accent6"/>
                          </a:solidFill>
                          <a:effectLst/>
                          <a:latin typeface="EB Garamond" pitchFamily="2" charset="0"/>
                          <a:ea typeface="EB Garamond" pitchFamily="2" charset="0"/>
                          <a:cs typeface="+mn-cs"/>
                          <a:sym typeface="Arial"/>
                        </a:rPr>
                        <a:t>↑</a:t>
                      </a:r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3000" dirty="0">
                        <a:solidFill>
                          <a:schemeClr val="accent6"/>
                        </a:solidFill>
                        <a:latin typeface="EB Garamond" pitchFamily="2" charset="0"/>
                        <a:ea typeface="EB Garamond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29057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UATheme">
  <a:themeElements>
    <a:clrScheme name="Custom 2">
      <a:dk1>
        <a:srgbClr val="A32638"/>
      </a:dk1>
      <a:lt1>
        <a:srgbClr val="FFFFFF"/>
      </a:lt1>
      <a:dk2>
        <a:srgbClr val="A32638"/>
      </a:dk2>
      <a:lt2>
        <a:srgbClr val="8C7D70"/>
      </a:lt2>
      <a:accent1>
        <a:srgbClr val="7D7061"/>
      </a:accent1>
      <a:accent2>
        <a:srgbClr val="A32638"/>
      </a:accent2>
      <a:accent3>
        <a:srgbClr val="6B5C4F"/>
      </a:accent3>
      <a:accent4>
        <a:srgbClr val="332B3D"/>
      </a:accent4>
      <a:accent5>
        <a:srgbClr val="7D7061"/>
      </a:accent5>
      <a:accent6>
        <a:srgbClr val="000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17743</TotalTime>
  <Words>912</Words>
  <Application>Microsoft Macintosh PowerPoint</Application>
  <PresentationFormat>Custom</PresentationFormat>
  <Paragraphs>91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EB Garamond</vt:lpstr>
      <vt:lpstr>Verdana</vt:lpstr>
      <vt:lpstr>Arial</vt:lpstr>
      <vt:lpstr>Calibri</vt:lpstr>
      <vt:lpstr>Corbel</vt:lpstr>
      <vt:lpstr>Adelle Sans Devanagari</vt:lpstr>
      <vt:lpstr>UATheme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Sanford Media Center</dc:creator>
  <cp:lastModifiedBy>Hari Gunda</cp:lastModifiedBy>
  <cp:revision>42</cp:revision>
  <cp:lastPrinted>2024-03-16T04:47:16Z</cp:lastPrinted>
  <dcterms:created xsi:type="dcterms:W3CDTF">2013-11-01T13:54:30Z</dcterms:created>
  <dcterms:modified xsi:type="dcterms:W3CDTF">2026-03-30T04:34:53Z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0x0101003A8A5A696E543449A637BB6BA42BEA5D</vt:lpwstr>
  </property>
</Properties>
</file>