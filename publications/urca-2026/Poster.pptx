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950075" cy="9236075"/>
  <p:embeddedFontLst>
    <p:embeddedFont>
      <p:font typeface="Corbel" panose="020B0503020204020204" pitchFamily="34" charset="0"/>
      <p:regular r:id="rId4"/>
      <p:bold r:id="rId5"/>
      <p:italic r:id="rId6"/>
      <p:boldItalic r:id="rId7"/>
    </p:embeddedFont>
    <p:embeddedFont>
      <p:font typeface="EB Garamond" pitchFamily="2" charset="0"/>
      <p:regular r:id="rId8"/>
      <p:bold r:id="rId9"/>
      <p:italic r:id="rId10"/>
      <p:boldItalic r:id="rId11"/>
    </p:embeddedFont>
    <p:embeddedFont>
      <p:font typeface="Verdana" panose="020B0604030504040204"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4">
          <p15:clr>
            <a:srgbClr val="A4A3A4"/>
          </p15:clr>
        </p15:guide>
        <p15:guide id="2" orient="horz" pos="20231">
          <p15:clr>
            <a:srgbClr val="A4A3A4"/>
          </p15:clr>
        </p15:guide>
        <p15:guide id="3" orient="horz" pos="3912">
          <p15:clr>
            <a:srgbClr val="A4A3A4"/>
          </p15:clr>
        </p15:guide>
        <p15:guide id="4" orient="horz" pos="8587">
          <p15:clr>
            <a:srgbClr val="A4A3A4"/>
          </p15:clr>
        </p15:guide>
        <p15:guide id="5" orient="horz" pos="4163">
          <p15:clr>
            <a:srgbClr val="A4A3A4"/>
          </p15:clr>
        </p15:guide>
        <p15:guide id="6" pos="26856">
          <p15:clr>
            <a:srgbClr val="A4A3A4"/>
          </p15:clr>
        </p15:guide>
        <p15:guide id="7" pos="27200">
          <p15:clr>
            <a:srgbClr val="A4A3A4"/>
          </p15:clr>
        </p15:guide>
        <p15:guide id="8" pos="13584">
          <p15:clr>
            <a:srgbClr val="A4A3A4"/>
          </p15:clr>
        </p15:guide>
        <p15:guide id="9" pos="8556">
          <p15:clr>
            <a:srgbClr val="A4A3A4"/>
          </p15:clr>
        </p15:guide>
        <p15:guide id="10" pos="716">
          <p15:clr>
            <a:srgbClr val="A4A3A4"/>
          </p15:clr>
        </p15:guide>
        <p15:guide id="11" pos="7496">
          <p15:clr>
            <a:srgbClr val="A4A3A4"/>
          </p15:clr>
        </p15:guide>
        <p15:guide id="12" pos="2115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WSjSeOX8ykGe4GBVg+ganuGxP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1868BD-F9F7-49CA-A317-5B179EA2F347}" v="455" dt="2024-03-16T05:01:14.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40" d="100"/>
          <a:sy n="40" d="100"/>
        </p:scale>
        <p:origin x="-32" y="-112"/>
      </p:cViewPr>
      <p:guideLst>
        <p:guide orient="horz" pos="14124"/>
        <p:guide orient="horz" pos="20231"/>
        <p:guide orient="horz" pos="3912"/>
        <p:guide orient="horz" pos="8587"/>
        <p:guide orient="horz" pos="4163"/>
        <p:guide pos="26856"/>
        <p:guide pos="27200"/>
        <p:guide pos="13584"/>
        <p:guide pos="8556"/>
        <p:guide pos="716"/>
        <p:guide pos="7496"/>
        <p:guide pos="211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26" Type="http://schemas.microsoft.com/office/2016/11/relationships/changesInfo" Target="changesInfos/changesInfo1.xml"/><Relationship Id="rId3" Type="http://schemas.openxmlformats.org/officeDocument/2006/relationships/notesMaster" Target="notesMasters/notesMaster1.xml"/><Relationship Id="rId21" Type="http://customschemas.google.com/relationships/presentationmetadata" Target="metadata"/><Relationship Id="rId7" Type="http://schemas.openxmlformats.org/officeDocument/2006/relationships/font" Target="fonts/font4.fntdata"/><Relationship Id="rId12" Type="http://schemas.openxmlformats.org/officeDocument/2006/relationships/font" Target="fonts/font9.fntdata"/><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theme" Target="theme/theme1.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aksha Gunda" userId="c3d5802c32daedcc" providerId="LiveId" clId="{721868BD-F9F7-49CA-A317-5B179EA2F347}"/>
    <pc:docChg chg="undo redo custSel addSld delSld modSld">
      <pc:chgData name="Hariaksha Gunda" userId="c3d5802c32daedcc" providerId="LiveId" clId="{721868BD-F9F7-49CA-A317-5B179EA2F347}" dt="2024-03-16T05:02:09.439" v="6237" actId="1036"/>
      <pc:docMkLst>
        <pc:docMk/>
      </pc:docMkLst>
      <pc:sldChg chg="addSp delSp modSp mod">
        <pc:chgData name="Hariaksha Gunda" userId="c3d5802c32daedcc" providerId="LiveId" clId="{721868BD-F9F7-49CA-A317-5B179EA2F347}" dt="2024-03-16T05:02:09.439" v="6237" actId="1036"/>
        <pc:sldMkLst>
          <pc:docMk/>
          <pc:sldMk cId="0" sldId="256"/>
        </pc:sldMkLst>
        <pc:spChg chg="add mod">
          <ac:chgData name="Hariaksha Gunda" userId="c3d5802c32daedcc" providerId="LiveId" clId="{721868BD-F9F7-49CA-A317-5B179EA2F347}" dt="2024-03-16T04:41:10.105" v="6050" actId="1036"/>
          <ac:spMkLst>
            <pc:docMk/>
            <pc:sldMk cId="0" sldId="256"/>
            <ac:spMk id="2" creationId="{7D7E1AB2-8033-B250-0C06-DF75CFA627B2}"/>
          </ac:spMkLst>
        </pc:spChg>
        <pc:spChg chg="add">
          <ac:chgData name="Hariaksha Gunda" userId="c3d5802c32daedcc" providerId="LiveId" clId="{721868BD-F9F7-49CA-A317-5B179EA2F347}" dt="2024-03-16T03:36:20.477" v="4444"/>
          <ac:spMkLst>
            <pc:docMk/>
            <pc:sldMk cId="0" sldId="256"/>
            <ac:spMk id="6" creationId="{5B90C6C5-5F30-4C8D-5A8F-A0500D563E84}"/>
          </ac:spMkLst>
        </pc:spChg>
        <pc:spChg chg="add mod">
          <ac:chgData name="Hariaksha Gunda" userId="c3d5802c32daedcc" providerId="LiveId" clId="{721868BD-F9F7-49CA-A317-5B179EA2F347}" dt="2024-03-16T04:41:10.105" v="6050" actId="1036"/>
          <ac:spMkLst>
            <pc:docMk/>
            <pc:sldMk cId="0" sldId="256"/>
            <ac:spMk id="8" creationId="{0B7D1384-4D48-0FD2-6023-C0F1037547FB}"/>
          </ac:spMkLst>
        </pc:spChg>
        <pc:spChg chg="mod">
          <ac:chgData name="Hariaksha Gunda" userId="c3d5802c32daedcc" providerId="LiveId" clId="{721868BD-F9F7-49CA-A317-5B179EA2F347}" dt="2024-03-16T04:03:37.290" v="5060" actId="1076"/>
          <ac:spMkLst>
            <pc:docMk/>
            <pc:sldMk cId="0" sldId="256"/>
            <ac:spMk id="89" creationId="{00000000-0000-0000-0000-000000000000}"/>
          </ac:spMkLst>
        </pc:spChg>
        <pc:spChg chg="mod">
          <ac:chgData name="Hariaksha Gunda" userId="c3d5802c32daedcc" providerId="LiveId" clId="{721868BD-F9F7-49CA-A317-5B179EA2F347}" dt="2024-03-16T04:03:37.290" v="5060" actId="1076"/>
          <ac:spMkLst>
            <pc:docMk/>
            <pc:sldMk cId="0" sldId="256"/>
            <ac:spMk id="90" creationId="{00000000-0000-0000-0000-000000000000}"/>
          </ac:spMkLst>
        </pc:spChg>
        <pc:spChg chg="mod">
          <ac:chgData name="Hariaksha Gunda" userId="c3d5802c32daedcc" providerId="LiveId" clId="{721868BD-F9F7-49CA-A317-5B179EA2F347}" dt="2024-03-16T04:53:01.806" v="6072" actId="14100"/>
          <ac:spMkLst>
            <pc:docMk/>
            <pc:sldMk cId="0" sldId="256"/>
            <ac:spMk id="91" creationId="{00000000-0000-0000-0000-000000000000}"/>
          </ac:spMkLst>
        </pc:spChg>
        <pc:spChg chg="del mod">
          <ac:chgData name="Hariaksha Gunda" userId="c3d5802c32daedcc" providerId="LiveId" clId="{721868BD-F9F7-49CA-A317-5B179EA2F347}" dt="2024-03-16T03:30:54.664" v="4311" actId="478"/>
          <ac:spMkLst>
            <pc:docMk/>
            <pc:sldMk cId="0" sldId="256"/>
            <ac:spMk id="92" creationId="{00000000-0000-0000-0000-000000000000}"/>
          </ac:spMkLst>
        </pc:spChg>
        <pc:spChg chg="mod">
          <ac:chgData name="Hariaksha Gunda" userId="c3d5802c32daedcc" providerId="LiveId" clId="{721868BD-F9F7-49CA-A317-5B179EA2F347}" dt="2024-03-16T04:03:37.290" v="5060" actId="1076"/>
          <ac:spMkLst>
            <pc:docMk/>
            <pc:sldMk cId="0" sldId="256"/>
            <ac:spMk id="93" creationId="{00000000-0000-0000-0000-000000000000}"/>
          </ac:spMkLst>
        </pc:spChg>
        <pc:spChg chg="mod">
          <ac:chgData name="Hariaksha Gunda" userId="c3d5802c32daedcc" providerId="LiveId" clId="{721868BD-F9F7-49CA-A317-5B179EA2F347}" dt="2024-03-16T04:28:56.506" v="6003" actId="1035"/>
          <ac:spMkLst>
            <pc:docMk/>
            <pc:sldMk cId="0" sldId="256"/>
            <ac:spMk id="94" creationId="{00000000-0000-0000-0000-000000000000}"/>
          </ac:spMkLst>
        </pc:spChg>
        <pc:spChg chg="mod">
          <ac:chgData name="Hariaksha Gunda" userId="c3d5802c32daedcc" providerId="LiveId" clId="{721868BD-F9F7-49CA-A317-5B179EA2F347}" dt="2024-03-16T04:03:37.290" v="5060" actId="1076"/>
          <ac:spMkLst>
            <pc:docMk/>
            <pc:sldMk cId="0" sldId="256"/>
            <ac:spMk id="95" creationId="{00000000-0000-0000-0000-000000000000}"/>
          </ac:spMkLst>
        </pc:spChg>
        <pc:spChg chg="mod">
          <ac:chgData name="Hariaksha Gunda" userId="c3d5802c32daedcc" providerId="LiveId" clId="{721868BD-F9F7-49CA-A317-5B179EA2F347}" dt="2024-03-16T04:03:37.290" v="5060" actId="1076"/>
          <ac:spMkLst>
            <pc:docMk/>
            <pc:sldMk cId="0" sldId="256"/>
            <ac:spMk id="96" creationId="{00000000-0000-0000-0000-000000000000}"/>
          </ac:spMkLst>
        </pc:spChg>
        <pc:spChg chg="mod">
          <ac:chgData name="Hariaksha Gunda" userId="c3d5802c32daedcc" providerId="LiveId" clId="{721868BD-F9F7-49CA-A317-5B179EA2F347}" dt="2024-03-16T04:03:37.290" v="5060" actId="1076"/>
          <ac:spMkLst>
            <pc:docMk/>
            <pc:sldMk cId="0" sldId="256"/>
            <ac:spMk id="97" creationId="{00000000-0000-0000-0000-000000000000}"/>
          </ac:spMkLst>
        </pc:spChg>
        <pc:spChg chg="mod">
          <ac:chgData name="Hariaksha Gunda" userId="c3d5802c32daedcc" providerId="LiveId" clId="{721868BD-F9F7-49CA-A317-5B179EA2F347}" dt="2024-03-16T04:28:43.901" v="5980" actId="1035"/>
          <ac:spMkLst>
            <pc:docMk/>
            <pc:sldMk cId="0" sldId="256"/>
            <ac:spMk id="98" creationId="{00000000-0000-0000-0000-000000000000}"/>
          </ac:spMkLst>
        </pc:spChg>
        <pc:spChg chg="mod">
          <ac:chgData name="Hariaksha Gunda" userId="c3d5802c32daedcc" providerId="LiveId" clId="{721868BD-F9F7-49CA-A317-5B179EA2F347}" dt="2024-03-16T04:28:43.901" v="5980" actId="1035"/>
          <ac:spMkLst>
            <pc:docMk/>
            <pc:sldMk cId="0" sldId="256"/>
            <ac:spMk id="99" creationId="{00000000-0000-0000-0000-000000000000}"/>
          </ac:spMkLst>
        </pc:spChg>
        <pc:spChg chg="mod">
          <ac:chgData name="Hariaksha Gunda" userId="c3d5802c32daedcc" providerId="LiveId" clId="{721868BD-F9F7-49CA-A317-5B179EA2F347}" dt="2024-03-16T04:03:37.290" v="5060" actId="1076"/>
          <ac:spMkLst>
            <pc:docMk/>
            <pc:sldMk cId="0" sldId="256"/>
            <ac:spMk id="100" creationId="{00000000-0000-0000-0000-000000000000}"/>
          </ac:spMkLst>
        </pc:spChg>
        <pc:spChg chg="mod">
          <ac:chgData name="Hariaksha Gunda" userId="c3d5802c32daedcc" providerId="LiveId" clId="{721868BD-F9F7-49CA-A317-5B179EA2F347}" dt="2024-03-16T04:03:37.290" v="5060" actId="1076"/>
          <ac:spMkLst>
            <pc:docMk/>
            <pc:sldMk cId="0" sldId="256"/>
            <ac:spMk id="101" creationId="{00000000-0000-0000-0000-000000000000}"/>
          </ac:spMkLst>
        </pc:spChg>
        <pc:spChg chg="mod">
          <ac:chgData name="Hariaksha Gunda" userId="c3d5802c32daedcc" providerId="LiveId" clId="{721868BD-F9F7-49CA-A317-5B179EA2F347}" dt="2024-03-16T04:03:37.290" v="5060" actId="1076"/>
          <ac:spMkLst>
            <pc:docMk/>
            <pc:sldMk cId="0" sldId="256"/>
            <ac:spMk id="102" creationId="{00000000-0000-0000-0000-000000000000}"/>
          </ac:spMkLst>
        </pc:spChg>
        <pc:spChg chg="mod">
          <ac:chgData name="Hariaksha Gunda" userId="c3d5802c32daedcc" providerId="LiveId" clId="{721868BD-F9F7-49CA-A317-5B179EA2F347}" dt="2024-03-16T04:22:36.411" v="5666" actId="20577"/>
          <ac:spMkLst>
            <pc:docMk/>
            <pc:sldMk cId="0" sldId="256"/>
            <ac:spMk id="103" creationId="{00000000-0000-0000-0000-000000000000}"/>
          </ac:spMkLst>
        </pc:spChg>
        <pc:spChg chg="mod">
          <ac:chgData name="Hariaksha Gunda" userId="c3d5802c32daedcc" providerId="LiveId" clId="{721868BD-F9F7-49CA-A317-5B179EA2F347}" dt="2024-03-16T04:28:56.506" v="6003" actId="1035"/>
          <ac:spMkLst>
            <pc:docMk/>
            <pc:sldMk cId="0" sldId="256"/>
            <ac:spMk id="104" creationId="{00000000-0000-0000-0000-000000000000}"/>
          </ac:spMkLst>
        </pc:spChg>
        <pc:spChg chg="mod">
          <ac:chgData name="Hariaksha Gunda" userId="c3d5802c32daedcc" providerId="LiveId" clId="{721868BD-F9F7-49CA-A317-5B179EA2F347}" dt="2024-03-16T04:28:56.506" v="6003" actId="1035"/>
          <ac:spMkLst>
            <pc:docMk/>
            <pc:sldMk cId="0" sldId="256"/>
            <ac:spMk id="105" creationId="{00000000-0000-0000-0000-000000000000}"/>
          </ac:spMkLst>
        </pc:spChg>
        <pc:spChg chg="mod">
          <ac:chgData name="Hariaksha Gunda" userId="c3d5802c32daedcc" providerId="LiveId" clId="{721868BD-F9F7-49CA-A317-5B179EA2F347}" dt="2024-03-16T04:28:56.506" v="6003" actId="1035"/>
          <ac:spMkLst>
            <pc:docMk/>
            <pc:sldMk cId="0" sldId="256"/>
            <ac:spMk id="107" creationId="{00000000-0000-0000-0000-000000000000}"/>
          </ac:spMkLst>
        </pc:spChg>
        <pc:spChg chg="mod">
          <ac:chgData name="Hariaksha Gunda" userId="c3d5802c32daedcc" providerId="LiveId" clId="{721868BD-F9F7-49CA-A317-5B179EA2F347}" dt="2024-03-16T04:28:56.506" v="6003" actId="1035"/>
          <ac:spMkLst>
            <pc:docMk/>
            <pc:sldMk cId="0" sldId="256"/>
            <ac:spMk id="108" creationId="{00000000-0000-0000-0000-000000000000}"/>
          </ac:spMkLst>
        </pc:spChg>
        <pc:spChg chg="mod">
          <ac:chgData name="Hariaksha Gunda" userId="c3d5802c32daedcc" providerId="LiveId" clId="{721868BD-F9F7-49CA-A317-5B179EA2F347}" dt="2024-03-16T04:28:12.266" v="5957" actId="20577"/>
          <ac:spMkLst>
            <pc:docMk/>
            <pc:sldMk cId="0" sldId="256"/>
            <ac:spMk id="110" creationId="{00000000-0000-0000-0000-000000000000}"/>
          </ac:spMkLst>
        </pc:spChg>
        <pc:spChg chg="mod">
          <ac:chgData name="Hariaksha Gunda" userId="c3d5802c32daedcc" providerId="LiveId" clId="{721868BD-F9F7-49CA-A317-5B179EA2F347}" dt="2024-03-16T04:28:56.506" v="6003" actId="1035"/>
          <ac:spMkLst>
            <pc:docMk/>
            <pc:sldMk cId="0" sldId="256"/>
            <ac:spMk id="111" creationId="{00000000-0000-0000-0000-000000000000}"/>
          </ac:spMkLst>
        </pc:spChg>
        <pc:spChg chg="del">
          <ac:chgData name="Hariaksha Gunda" userId="c3d5802c32daedcc" providerId="LiveId" clId="{721868BD-F9F7-49CA-A317-5B179EA2F347}" dt="2024-03-14T17:59:42.562" v="1622" actId="478"/>
          <ac:spMkLst>
            <pc:docMk/>
            <pc:sldMk cId="0" sldId="256"/>
            <ac:spMk id="112" creationId="{00000000-0000-0000-0000-000000000000}"/>
          </ac:spMkLst>
        </pc:spChg>
        <pc:spChg chg="mod">
          <ac:chgData name="Hariaksha Gunda" userId="c3d5802c32daedcc" providerId="LiveId" clId="{721868BD-F9F7-49CA-A317-5B179EA2F347}" dt="2024-03-15T20:17:04.875" v="2190" actId="255"/>
          <ac:spMkLst>
            <pc:docMk/>
            <pc:sldMk cId="0" sldId="256"/>
            <ac:spMk id="115" creationId="{00000000-0000-0000-0000-000000000000}"/>
          </ac:spMkLst>
        </pc:spChg>
        <pc:spChg chg="mod">
          <ac:chgData name="Hariaksha Gunda" userId="c3d5802c32daedcc" providerId="LiveId" clId="{721868BD-F9F7-49CA-A317-5B179EA2F347}" dt="2024-03-15T23:19:43.915" v="3869" actId="20577"/>
          <ac:spMkLst>
            <pc:docMk/>
            <pc:sldMk cId="0" sldId="256"/>
            <ac:spMk id="119" creationId="{00000000-0000-0000-0000-000000000000}"/>
          </ac:spMkLst>
        </pc:spChg>
        <pc:spChg chg="mod">
          <ac:chgData name="Hariaksha Gunda" userId="c3d5802c32daedcc" providerId="LiveId" clId="{721868BD-F9F7-49CA-A317-5B179EA2F347}" dt="2024-03-15T20:17:12.157" v="2193" actId="255"/>
          <ac:spMkLst>
            <pc:docMk/>
            <pc:sldMk cId="0" sldId="256"/>
            <ac:spMk id="123" creationId="{00000000-0000-0000-0000-000000000000}"/>
          </ac:spMkLst>
        </pc:spChg>
        <pc:spChg chg="mod">
          <ac:chgData name="Hariaksha Gunda" userId="c3d5802c32daedcc" providerId="LiveId" clId="{721868BD-F9F7-49CA-A317-5B179EA2F347}" dt="2024-03-15T22:38:01.233" v="3298" actId="20577"/>
          <ac:spMkLst>
            <pc:docMk/>
            <pc:sldMk cId="0" sldId="256"/>
            <ac:spMk id="127" creationId="{00000000-0000-0000-0000-000000000000}"/>
          </ac:spMkLst>
        </pc:spChg>
        <pc:spChg chg="mod">
          <ac:chgData name="Hariaksha Gunda" userId="c3d5802c32daedcc" providerId="LiveId" clId="{721868BD-F9F7-49CA-A317-5B179EA2F347}" dt="2024-03-16T04:03:37.290" v="5060" actId="1076"/>
          <ac:spMkLst>
            <pc:docMk/>
            <pc:sldMk cId="0" sldId="256"/>
            <ac:spMk id="128" creationId="{00000000-0000-0000-0000-000000000000}"/>
          </ac:spMkLst>
        </pc:spChg>
        <pc:spChg chg="mod">
          <ac:chgData name="Hariaksha Gunda" userId="c3d5802c32daedcc" providerId="LiveId" clId="{721868BD-F9F7-49CA-A317-5B179EA2F347}" dt="2024-03-16T04:03:37.290" v="5060" actId="1076"/>
          <ac:spMkLst>
            <pc:docMk/>
            <pc:sldMk cId="0" sldId="256"/>
            <ac:spMk id="129" creationId="{00000000-0000-0000-0000-000000000000}"/>
          </ac:spMkLst>
        </pc:spChg>
        <pc:spChg chg="mod">
          <ac:chgData name="Hariaksha Gunda" userId="c3d5802c32daedcc" providerId="LiveId" clId="{721868BD-F9F7-49CA-A317-5B179EA2F347}" dt="2024-03-16T04:53:31.227" v="6080" actId="20577"/>
          <ac:spMkLst>
            <pc:docMk/>
            <pc:sldMk cId="0" sldId="256"/>
            <ac:spMk id="130" creationId="{00000000-0000-0000-0000-000000000000}"/>
          </ac:spMkLst>
        </pc:spChg>
        <pc:spChg chg="mod">
          <ac:chgData name="Hariaksha Gunda" userId="c3d5802c32daedcc" providerId="LiveId" clId="{721868BD-F9F7-49CA-A317-5B179EA2F347}" dt="2024-03-16T04:03:37.290" v="5060" actId="1076"/>
          <ac:spMkLst>
            <pc:docMk/>
            <pc:sldMk cId="0" sldId="256"/>
            <ac:spMk id="131" creationId="{00000000-0000-0000-0000-000000000000}"/>
          </ac:spMkLst>
        </pc:spChg>
        <pc:spChg chg="mod">
          <ac:chgData name="Hariaksha Gunda" userId="c3d5802c32daedcc" providerId="LiveId" clId="{721868BD-F9F7-49CA-A317-5B179EA2F347}" dt="2024-03-16T04:28:43.901" v="5980" actId="1035"/>
          <ac:spMkLst>
            <pc:docMk/>
            <pc:sldMk cId="0" sldId="256"/>
            <ac:spMk id="133" creationId="{00000000-0000-0000-0000-000000000000}"/>
          </ac:spMkLst>
        </pc:spChg>
        <pc:spChg chg="mod">
          <ac:chgData name="Hariaksha Gunda" userId="c3d5802c32daedcc" providerId="LiveId" clId="{721868BD-F9F7-49CA-A317-5B179EA2F347}" dt="2024-03-16T04:28:43.901" v="5980" actId="1035"/>
          <ac:spMkLst>
            <pc:docMk/>
            <pc:sldMk cId="0" sldId="256"/>
            <ac:spMk id="134" creationId="{00000000-0000-0000-0000-000000000000}"/>
          </ac:spMkLst>
        </pc:spChg>
        <pc:spChg chg="mod">
          <ac:chgData name="Hariaksha Gunda" userId="c3d5802c32daedcc" providerId="LiveId" clId="{721868BD-F9F7-49CA-A317-5B179EA2F347}" dt="2024-03-16T04:03:37.290" v="5060" actId="1076"/>
          <ac:spMkLst>
            <pc:docMk/>
            <pc:sldMk cId="0" sldId="256"/>
            <ac:spMk id="135" creationId="{00000000-0000-0000-0000-000000000000}"/>
          </ac:spMkLst>
        </pc:spChg>
        <pc:spChg chg="mod">
          <ac:chgData name="Hariaksha Gunda" userId="c3d5802c32daedcc" providerId="LiveId" clId="{721868BD-F9F7-49CA-A317-5B179EA2F347}" dt="2024-03-16T04:03:37.290" v="5060" actId="1076"/>
          <ac:spMkLst>
            <pc:docMk/>
            <pc:sldMk cId="0" sldId="256"/>
            <ac:spMk id="136" creationId="{00000000-0000-0000-0000-000000000000}"/>
          </ac:spMkLst>
        </pc:spChg>
        <pc:spChg chg="del">
          <ac:chgData name="Hariaksha Gunda" userId="c3d5802c32daedcc" providerId="LiveId" clId="{721868BD-F9F7-49CA-A317-5B179EA2F347}" dt="2024-03-14T17:59:37.951" v="1620" actId="478"/>
          <ac:spMkLst>
            <pc:docMk/>
            <pc:sldMk cId="0" sldId="256"/>
            <ac:spMk id="137" creationId="{00000000-0000-0000-0000-000000000000}"/>
          </ac:spMkLst>
        </pc:spChg>
        <pc:spChg chg="mod">
          <ac:chgData name="Hariaksha Gunda" userId="c3d5802c32daedcc" providerId="LiveId" clId="{721868BD-F9F7-49CA-A317-5B179EA2F347}" dt="2024-03-16T03:30:41.209" v="4309" actId="20577"/>
          <ac:spMkLst>
            <pc:docMk/>
            <pc:sldMk cId="0" sldId="256"/>
            <ac:spMk id="141" creationId="{00000000-0000-0000-0000-000000000000}"/>
          </ac:spMkLst>
        </pc:spChg>
        <pc:spChg chg="del">
          <ac:chgData name="Hariaksha Gunda" userId="c3d5802c32daedcc" providerId="LiveId" clId="{721868BD-F9F7-49CA-A317-5B179EA2F347}" dt="2024-03-14T17:59:34.545" v="1619" actId="478"/>
          <ac:spMkLst>
            <pc:docMk/>
            <pc:sldMk cId="0" sldId="256"/>
            <ac:spMk id="166" creationId="{00000000-0000-0000-0000-000000000000}"/>
          </ac:spMkLst>
        </pc:spChg>
        <pc:spChg chg="mod">
          <ac:chgData name="Hariaksha Gunda" userId="c3d5802c32daedcc" providerId="LiveId" clId="{721868BD-F9F7-49CA-A317-5B179EA2F347}" dt="2024-03-16T05:02:09.439" v="6237" actId="1036"/>
          <ac:spMkLst>
            <pc:docMk/>
            <pc:sldMk cId="0" sldId="256"/>
            <ac:spMk id="167" creationId="{00000000-0000-0000-0000-000000000000}"/>
          </ac:spMkLst>
        </pc:spChg>
        <pc:spChg chg="mod">
          <ac:chgData name="Hariaksha Gunda" userId="c3d5802c32daedcc" providerId="LiveId" clId="{721868BD-F9F7-49CA-A317-5B179EA2F347}" dt="2024-03-16T04:50:43.417" v="6064" actId="20577"/>
          <ac:spMkLst>
            <pc:docMk/>
            <pc:sldMk cId="0" sldId="256"/>
            <ac:spMk id="168" creationId="{00000000-0000-0000-0000-000000000000}"/>
          </ac:spMkLst>
        </pc:spChg>
        <pc:spChg chg="mod">
          <ac:chgData name="Hariaksha Gunda" userId="c3d5802c32daedcc" providerId="LiveId" clId="{721868BD-F9F7-49CA-A317-5B179EA2F347}" dt="2024-03-16T04:28:56.506" v="6003" actId="1035"/>
          <ac:spMkLst>
            <pc:docMk/>
            <pc:sldMk cId="0" sldId="256"/>
            <ac:spMk id="169" creationId="{00000000-0000-0000-0000-000000000000}"/>
          </ac:spMkLst>
        </pc:spChg>
        <pc:spChg chg="mod">
          <ac:chgData name="Hariaksha Gunda" userId="c3d5802c32daedcc" providerId="LiveId" clId="{721868BD-F9F7-49CA-A317-5B179EA2F347}" dt="2024-03-16T04:28:56.506" v="6003" actId="1035"/>
          <ac:spMkLst>
            <pc:docMk/>
            <pc:sldMk cId="0" sldId="256"/>
            <ac:spMk id="170" creationId="{00000000-0000-0000-0000-000000000000}"/>
          </ac:spMkLst>
        </pc:spChg>
        <pc:spChg chg="mod">
          <ac:chgData name="Hariaksha Gunda" userId="c3d5802c32daedcc" providerId="LiveId" clId="{721868BD-F9F7-49CA-A317-5B179EA2F347}" dt="2024-03-16T04:28:56.506" v="6003" actId="1035"/>
          <ac:spMkLst>
            <pc:docMk/>
            <pc:sldMk cId="0" sldId="256"/>
            <ac:spMk id="171" creationId="{00000000-0000-0000-0000-000000000000}"/>
          </ac:spMkLst>
        </pc:spChg>
        <pc:grpChg chg="mod">
          <ac:chgData name="Hariaksha Gunda" userId="c3d5802c32daedcc" providerId="LiveId" clId="{721868BD-F9F7-49CA-A317-5B179EA2F347}" dt="2024-03-16T04:03:37.290" v="5060" actId="1076"/>
          <ac:grpSpMkLst>
            <pc:docMk/>
            <pc:sldMk cId="0" sldId="256"/>
            <ac:grpSpMk id="113" creationId="{00000000-0000-0000-0000-000000000000}"/>
          </ac:grpSpMkLst>
        </pc:grpChg>
        <pc:grpChg chg="del">
          <ac:chgData name="Hariaksha Gunda" userId="c3d5802c32daedcc" providerId="LiveId" clId="{721868BD-F9F7-49CA-A317-5B179EA2F347}" dt="2024-03-16T03:30:43.835" v="4310" actId="478"/>
          <ac:grpSpMkLst>
            <pc:docMk/>
            <pc:sldMk cId="0" sldId="256"/>
            <ac:grpSpMk id="139" creationId="{00000000-0000-0000-0000-000000000000}"/>
          </ac:grpSpMkLst>
        </pc:grpChg>
        <pc:graphicFrameChg chg="add del modGraphic">
          <ac:chgData name="Hariaksha Gunda" userId="c3d5802c32daedcc" providerId="LiveId" clId="{721868BD-F9F7-49CA-A317-5B179EA2F347}" dt="2024-03-16T03:59:57.803" v="4791" actId="478"/>
          <ac:graphicFrameMkLst>
            <pc:docMk/>
            <pc:sldMk cId="0" sldId="256"/>
            <ac:graphicFrameMk id="9" creationId="{2405037E-E009-971D-F413-6CA4C9BAA3AD}"/>
          </ac:graphicFrameMkLst>
        </pc:graphicFrameChg>
        <pc:graphicFrameChg chg="add del modGraphic">
          <ac:chgData name="Hariaksha Gunda" userId="c3d5802c32daedcc" providerId="LiveId" clId="{721868BD-F9F7-49CA-A317-5B179EA2F347}" dt="2024-03-16T03:59:56.533" v="4790" actId="478"/>
          <ac:graphicFrameMkLst>
            <pc:docMk/>
            <pc:sldMk cId="0" sldId="256"/>
            <ac:graphicFrameMk id="10" creationId="{0BEB46EF-7C13-9B4E-53EE-F11F1C418BBE}"/>
          </ac:graphicFrameMkLst>
        </pc:graphicFrameChg>
        <pc:graphicFrameChg chg="add del mod">
          <ac:chgData name="Hariaksha Gunda" userId="c3d5802c32daedcc" providerId="LiveId" clId="{721868BD-F9F7-49CA-A317-5B179EA2F347}" dt="2024-03-16T03:59:54.868" v="4789" actId="478"/>
          <ac:graphicFrameMkLst>
            <pc:docMk/>
            <pc:sldMk cId="0" sldId="256"/>
            <ac:graphicFrameMk id="11" creationId="{3EAA4E0A-7778-B328-8090-390157B12A03}"/>
          </ac:graphicFrameMkLst>
        </pc:graphicFrameChg>
        <pc:graphicFrameChg chg="add mod modGraphic">
          <ac:chgData name="Hariaksha Gunda" userId="c3d5802c32daedcc" providerId="LiveId" clId="{721868BD-F9F7-49CA-A317-5B179EA2F347}" dt="2024-03-16T04:50:21.962" v="6058" actId="20577"/>
          <ac:graphicFrameMkLst>
            <pc:docMk/>
            <pc:sldMk cId="0" sldId="256"/>
            <ac:graphicFrameMk id="12" creationId="{AE49C644-9D36-EA05-FF38-AF1DBF4787AD}"/>
          </ac:graphicFrameMkLst>
        </pc:graphicFrameChg>
        <pc:graphicFrameChg chg="add mod modGraphic">
          <ac:chgData name="Hariaksha Gunda" userId="c3d5802c32daedcc" providerId="LiveId" clId="{721868BD-F9F7-49CA-A317-5B179EA2F347}" dt="2024-03-16T05:01:56.672" v="6220" actId="1036"/>
          <ac:graphicFrameMkLst>
            <pc:docMk/>
            <pc:sldMk cId="0" sldId="256"/>
            <ac:graphicFrameMk id="13" creationId="{D142EB76-012D-6B36-3088-9759EA3E14BD}"/>
          </ac:graphicFrameMkLst>
        </pc:graphicFrameChg>
        <pc:graphicFrameChg chg="add del modGraphic">
          <ac:chgData name="Hariaksha Gunda" userId="c3d5802c32daedcc" providerId="LiveId" clId="{721868BD-F9F7-49CA-A317-5B179EA2F347}" dt="2024-03-16T04:12:20.811" v="5342" actId="21"/>
          <ac:graphicFrameMkLst>
            <pc:docMk/>
            <pc:sldMk cId="0" sldId="256"/>
            <ac:graphicFrameMk id="14" creationId="{3FDE91CB-87D9-59F3-1448-9D59A3D89038}"/>
          </ac:graphicFrameMkLst>
        </pc:graphicFrameChg>
        <pc:graphicFrameChg chg="add del">
          <ac:chgData name="Hariaksha Gunda" userId="c3d5802c32daedcc" providerId="LiveId" clId="{721868BD-F9F7-49CA-A317-5B179EA2F347}" dt="2024-03-16T04:18:03.058" v="5382" actId="478"/>
          <ac:graphicFrameMkLst>
            <pc:docMk/>
            <pc:sldMk cId="0" sldId="256"/>
            <ac:graphicFrameMk id="16" creationId="{4B9A7692-D74F-F89A-542B-066229E0423E}"/>
          </ac:graphicFrameMkLst>
        </pc:graphicFrameChg>
        <pc:graphicFrameChg chg="add mod modGraphic">
          <ac:chgData name="Hariaksha Gunda" userId="c3d5802c32daedcc" providerId="LiveId" clId="{721868BD-F9F7-49CA-A317-5B179EA2F347}" dt="2024-03-16T05:02:06.433" v="6231" actId="1035"/>
          <ac:graphicFrameMkLst>
            <pc:docMk/>
            <pc:sldMk cId="0" sldId="256"/>
            <ac:graphicFrameMk id="17" creationId="{8F14349A-38C7-43F4-7882-3DAFAD7AC63E}"/>
          </ac:graphicFrameMkLst>
        </pc:graphicFrameChg>
        <pc:picChg chg="add del mod">
          <ac:chgData name="Hariaksha Gunda" userId="c3d5802c32daedcc" providerId="LiveId" clId="{721868BD-F9F7-49CA-A317-5B179EA2F347}" dt="2024-03-11T04:09:17.803" v="46" actId="478"/>
          <ac:picMkLst>
            <pc:docMk/>
            <pc:sldMk cId="0" sldId="256"/>
            <ac:picMk id="2" creationId="{4272945D-0216-09C0-F887-EC13BCDF2E45}"/>
          </ac:picMkLst>
        </pc:picChg>
        <pc:picChg chg="add mod">
          <ac:chgData name="Hariaksha Gunda" userId="c3d5802c32daedcc" providerId="LiveId" clId="{721868BD-F9F7-49CA-A317-5B179EA2F347}" dt="2024-03-16T04:03:37.290" v="5060" actId="1076"/>
          <ac:picMkLst>
            <pc:docMk/>
            <pc:sldMk cId="0" sldId="256"/>
            <ac:picMk id="3" creationId="{0F454FC8-6F81-FA71-B2C1-B7EC7489198F}"/>
          </ac:picMkLst>
        </pc:picChg>
        <pc:picChg chg="add mod">
          <ac:chgData name="Hariaksha Gunda" userId="c3d5802c32daedcc" providerId="LiveId" clId="{721868BD-F9F7-49CA-A317-5B179EA2F347}" dt="2024-03-16T04:30:36.801" v="6029" actId="1038"/>
          <ac:picMkLst>
            <pc:docMk/>
            <pc:sldMk cId="0" sldId="256"/>
            <ac:picMk id="4" creationId="{A09FCC25-E2AC-AE9F-2C65-58688AEA1119}"/>
          </ac:picMkLst>
        </pc:picChg>
        <pc:picChg chg="add del mod">
          <ac:chgData name="Hariaksha Gunda" userId="c3d5802c32daedcc" providerId="LiveId" clId="{721868BD-F9F7-49CA-A317-5B179EA2F347}" dt="2024-03-16T03:36:19.738" v="4443" actId="478"/>
          <ac:picMkLst>
            <pc:docMk/>
            <pc:sldMk cId="0" sldId="256"/>
            <ac:picMk id="5" creationId="{4514A148-11EE-C2EB-FE99-E0643BDBBCDC}"/>
          </ac:picMkLst>
        </pc:picChg>
        <pc:picChg chg="add mod">
          <ac:chgData name="Hariaksha Gunda" userId="c3d5802c32daedcc" providerId="LiveId" clId="{721868BD-F9F7-49CA-A317-5B179EA2F347}" dt="2024-03-16T04:30:12.328" v="6007" actId="1038"/>
          <ac:picMkLst>
            <pc:docMk/>
            <pc:sldMk cId="0" sldId="256"/>
            <ac:picMk id="7" creationId="{FFBDD742-4AF4-BE04-6165-F2C1F2975299}"/>
          </ac:picMkLst>
        </pc:picChg>
        <pc:picChg chg="add del mod">
          <ac:chgData name="Hariaksha Gunda" userId="c3d5802c32daedcc" providerId="LiveId" clId="{721868BD-F9F7-49CA-A317-5B179EA2F347}" dt="2024-03-16T04:17:14.556" v="5380" actId="478"/>
          <ac:picMkLst>
            <pc:docMk/>
            <pc:sldMk cId="0" sldId="256"/>
            <ac:picMk id="15" creationId="{53FAF450-5287-D64F-AEE0-956A6D4E6E00}"/>
          </ac:picMkLst>
        </pc:picChg>
        <pc:picChg chg="mod">
          <ac:chgData name="Hariaksha Gunda" userId="c3d5802c32daedcc" providerId="LiveId" clId="{721868BD-F9F7-49CA-A317-5B179EA2F347}" dt="2024-03-16T04:03:37.290" v="5060" actId="1076"/>
          <ac:picMkLst>
            <pc:docMk/>
            <pc:sldMk cId="0" sldId="256"/>
            <ac:picMk id="106" creationId="{00000000-0000-0000-0000-000000000000}"/>
          </ac:picMkLst>
        </pc:picChg>
        <pc:picChg chg="mod">
          <ac:chgData name="Hariaksha Gunda" userId="c3d5802c32daedcc" providerId="LiveId" clId="{721868BD-F9F7-49CA-A317-5B179EA2F347}" dt="2024-03-16T04:03:37.290" v="5060" actId="1076"/>
          <ac:picMkLst>
            <pc:docMk/>
            <pc:sldMk cId="0" sldId="256"/>
            <ac:picMk id="109" creationId="{00000000-0000-0000-0000-000000000000}"/>
          </ac:picMkLst>
        </pc:picChg>
        <pc:picChg chg="del">
          <ac:chgData name="Hariaksha Gunda" userId="c3d5802c32daedcc" providerId="LiveId" clId="{721868BD-F9F7-49CA-A317-5B179EA2F347}" dt="2024-03-11T04:20:28.493" v="143" actId="478"/>
          <ac:picMkLst>
            <pc:docMk/>
            <pc:sldMk cId="0" sldId="256"/>
            <ac:picMk id="132" creationId="{00000000-0000-0000-0000-000000000000}"/>
          </ac:picMkLst>
        </pc:picChg>
        <pc:picChg chg="del">
          <ac:chgData name="Hariaksha Gunda" userId="c3d5802c32daedcc" providerId="LiveId" clId="{721868BD-F9F7-49CA-A317-5B179EA2F347}" dt="2024-03-14T17:59:39.527" v="1621" actId="478"/>
          <ac:picMkLst>
            <pc:docMk/>
            <pc:sldMk cId="0" sldId="256"/>
            <ac:picMk id="138" creationId="{00000000-0000-0000-0000-000000000000}"/>
          </ac:picMkLst>
        </pc:picChg>
      </pc:sldChg>
      <pc:sldChg chg="addSp delSp modSp new del mod setBg">
        <pc:chgData name="Hariaksha Gunda" userId="c3d5802c32daedcc" providerId="LiveId" clId="{721868BD-F9F7-49CA-A317-5B179EA2F347}" dt="2024-03-12T04:09:56.657" v="1573" actId="47"/>
        <pc:sldMkLst>
          <pc:docMk/>
          <pc:sldMk cId="3697769384" sldId="257"/>
        </pc:sldMkLst>
        <pc:spChg chg="del">
          <ac:chgData name="Hariaksha Gunda" userId="c3d5802c32daedcc" providerId="LiveId" clId="{721868BD-F9F7-49CA-A317-5B179EA2F347}" dt="2024-03-11T04:05:47.783" v="28" actId="478"/>
          <ac:spMkLst>
            <pc:docMk/>
            <pc:sldMk cId="3697769384" sldId="257"/>
            <ac:spMk id="2" creationId="{14F2547A-DE24-2153-C060-2F58E2D2E39D}"/>
          </ac:spMkLst>
        </pc:spChg>
        <pc:spChg chg="del mod">
          <ac:chgData name="Hariaksha Gunda" userId="c3d5802c32daedcc" providerId="LiveId" clId="{721868BD-F9F7-49CA-A317-5B179EA2F347}" dt="2024-03-11T04:05:46.378" v="27" actId="478"/>
          <ac:spMkLst>
            <pc:docMk/>
            <pc:sldMk cId="3697769384" sldId="257"/>
            <ac:spMk id="3" creationId="{93638215-D025-843E-686B-6CDA7D8D8598}"/>
          </ac:spMkLst>
        </pc:spChg>
        <pc:spChg chg="add">
          <ac:chgData name="Hariaksha Gunda" userId="c3d5802c32daedcc" providerId="LiveId" clId="{721868BD-F9F7-49CA-A317-5B179EA2F347}" dt="2024-03-11T04:05:29.330" v="23"/>
          <ac:spMkLst>
            <pc:docMk/>
            <pc:sldMk cId="3697769384" sldId="257"/>
            <ac:spMk id="4" creationId="{B7A7DA59-F2B1-4417-29DE-FBCE770DFA28}"/>
          </ac:spMkLst>
        </pc:spChg>
        <pc:spChg chg="add del mod">
          <ac:chgData name="Hariaksha Gunda" userId="c3d5802c32daedcc" providerId="LiveId" clId="{721868BD-F9F7-49CA-A317-5B179EA2F347}" dt="2024-03-11T04:05:42.209" v="25" actId="478"/>
          <ac:spMkLst>
            <pc:docMk/>
            <pc:sldMk cId="3697769384" sldId="257"/>
            <ac:spMk id="5" creationId="{75738539-024A-FAB5-994C-31993B7C5C6B}"/>
          </ac:spMkLst>
        </pc:spChg>
        <pc:spChg chg="add del mod">
          <ac:chgData name="Hariaksha Gunda" userId="c3d5802c32daedcc" providerId="LiveId" clId="{721868BD-F9F7-49CA-A317-5B179EA2F347}" dt="2024-03-11T04:05:57.346" v="31" actId="478"/>
          <ac:spMkLst>
            <pc:docMk/>
            <pc:sldMk cId="3697769384" sldId="257"/>
            <ac:spMk id="6" creationId="{39E0B646-2F3A-7EA0-4043-3B1951EFAEF2}"/>
          </ac:spMkLst>
        </pc:spChg>
        <pc:spChg chg="add del mod">
          <ac:chgData name="Hariaksha Gunda" userId="c3d5802c32daedcc" providerId="LiveId" clId="{721868BD-F9F7-49CA-A317-5B179EA2F347}" dt="2024-03-11T04:07:06.144" v="35" actId="478"/>
          <ac:spMkLst>
            <pc:docMk/>
            <pc:sldMk cId="3697769384" sldId="257"/>
            <ac:spMk id="7" creationId="{5DAABD33-522B-76BD-DCB3-852CC3065318}"/>
          </ac:spMkLst>
        </pc:spChg>
        <pc:spChg chg="add mod">
          <ac:chgData name="Hariaksha Gunda" userId="c3d5802c32daedcc" providerId="LiveId" clId="{721868BD-F9F7-49CA-A317-5B179EA2F347}" dt="2024-03-11T04:20:48.242" v="153" actId="20577"/>
          <ac:spMkLst>
            <pc:docMk/>
            <pc:sldMk cId="3697769384" sldId="257"/>
            <ac:spMk id="10" creationId="{419A1673-2472-069B-630A-FCDA48C806F8}"/>
          </ac:spMkLst>
        </pc:spChg>
        <pc:picChg chg="add del mod">
          <ac:chgData name="Hariaksha Gunda" userId="c3d5802c32daedcc" providerId="LiveId" clId="{721868BD-F9F7-49CA-A317-5B179EA2F347}" dt="2024-03-11T04:16:09.927" v="66" actId="478"/>
          <ac:picMkLst>
            <pc:docMk/>
            <pc:sldMk cId="3697769384" sldId="257"/>
            <ac:picMk id="9" creationId="{72391338-A6CB-4EFF-5C7D-D76818DAD5DB}"/>
          </ac:picMkLst>
        </pc:picChg>
        <pc:picChg chg="add del mod">
          <ac:chgData name="Hariaksha Gunda" userId="c3d5802c32daedcc" providerId="LiveId" clId="{721868BD-F9F7-49CA-A317-5B179EA2F347}" dt="2024-03-11T04:17:34.096" v="84" actId="478"/>
          <ac:picMkLst>
            <pc:docMk/>
            <pc:sldMk cId="3697769384" sldId="257"/>
            <ac:picMk id="12" creationId="{9F34C0F5-80A7-0C62-F1FE-4ABA67AB91A1}"/>
          </ac:picMkLst>
        </pc:picChg>
        <pc:picChg chg="add mod">
          <ac:chgData name="Hariaksha Gunda" userId="c3d5802c32daedcc" providerId="LiveId" clId="{721868BD-F9F7-49CA-A317-5B179EA2F347}" dt="2024-03-11T04:20:58.223" v="154" actId="1076"/>
          <ac:picMkLst>
            <pc:docMk/>
            <pc:sldMk cId="3697769384" sldId="257"/>
            <ac:picMk id="14" creationId="{E626D29A-7252-DC6D-84FB-B68805986314}"/>
          </ac:picMkLst>
        </pc:picChg>
        <pc:picChg chg="add del mod">
          <ac:chgData name="Hariaksha Gunda" userId="c3d5802c32daedcc" providerId="LiveId" clId="{721868BD-F9F7-49CA-A317-5B179EA2F347}" dt="2024-03-11T04:10:53.182" v="50" actId="478"/>
          <ac:picMkLst>
            <pc:docMk/>
            <pc:sldMk cId="3697769384" sldId="257"/>
            <ac:picMk id="1034" creationId="{8B075210-236E-E942-2578-735D46CCCBFD}"/>
          </ac:picMkLst>
        </pc:picChg>
      </pc:sldChg>
      <pc:sldMasterChg chg="delSldLayout">
        <pc:chgData name="Hariaksha Gunda" userId="c3d5802c32daedcc" providerId="LiveId" clId="{721868BD-F9F7-49CA-A317-5B179EA2F347}" dt="2024-03-12T04:09:56.657" v="1573" actId="47"/>
        <pc:sldMasterMkLst>
          <pc:docMk/>
          <pc:sldMasterMk cId="0" sldId="2147483648"/>
        </pc:sldMasterMkLst>
        <pc:sldLayoutChg chg="del">
          <pc:chgData name="Hariaksha Gunda" userId="c3d5802c32daedcc" providerId="LiveId" clId="{721868BD-F9F7-49CA-A317-5B179EA2F347}" dt="2024-03-12T04:09:56.657" v="1573" actId="47"/>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11488" cy="4635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37000" y="0"/>
            <a:ext cx="3011488" cy="46355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97000" y="1154113"/>
            <a:ext cx="41560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95325" y="4445000"/>
            <a:ext cx="5559425" cy="36369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525"/>
            <a:ext cx="3011488" cy="4635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37000" y="8772525"/>
            <a:ext cx="3011488" cy="46355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97000" y="1154113"/>
            <a:ext cx="4156075"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95325" y="4445000"/>
            <a:ext cx="5559425" cy="3636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937000" y="8772525"/>
            <a:ext cx="3011488" cy="46355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291840" y="10226042"/>
            <a:ext cx="37307520" cy="70561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583680" y="18653760"/>
            <a:ext cx="30723840" cy="8412480"/>
          </a:xfrm>
          <a:prstGeom prst="rect">
            <a:avLst/>
          </a:prstGeom>
          <a:noFill/>
          <a:ln>
            <a:noFill/>
          </a:ln>
        </p:spPr>
        <p:txBody>
          <a:bodyPr spcFirstLastPara="1" wrap="square" lIns="438900" tIns="219450" rIns="438900" bIns="219450" anchor="t" anchorCtr="0">
            <a:normAutofit/>
          </a:bodyPr>
          <a:lstStyle>
            <a:lvl1pPr lvl="0" algn="ctr">
              <a:spcBef>
                <a:spcPts val="3080"/>
              </a:spcBef>
              <a:spcAft>
                <a:spcPts val="0"/>
              </a:spcAft>
              <a:buClr>
                <a:srgbClr val="BF8B8E"/>
              </a:buClr>
              <a:buSzPts val="15400"/>
              <a:buNone/>
              <a:defRPr>
                <a:solidFill>
                  <a:srgbClr val="BF8B8E"/>
                </a:solidFill>
              </a:defRPr>
            </a:lvl1pPr>
            <a:lvl2pPr lvl="1" algn="ctr">
              <a:spcBef>
                <a:spcPts val="2680"/>
              </a:spcBef>
              <a:spcAft>
                <a:spcPts val="0"/>
              </a:spcAft>
              <a:buClr>
                <a:srgbClr val="BF8B8E"/>
              </a:buClr>
              <a:buSzPts val="13400"/>
              <a:buNone/>
              <a:defRPr>
                <a:solidFill>
                  <a:srgbClr val="BF8B8E"/>
                </a:solidFill>
              </a:defRPr>
            </a:lvl2pPr>
            <a:lvl3pPr lvl="2" algn="ctr">
              <a:spcBef>
                <a:spcPts val="2300"/>
              </a:spcBef>
              <a:spcAft>
                <a:spcPts val="0"/>
              </a:spcAft>
              <a:buClr>
                <a:srgbClr val="BF8B8E"/>
              </a:buClr>
              <a:buSzPts val="11500"/>
              <a:buNone/>
              <a:defRPr>
                <a:solidFill>
                  <a:srgbClr val="BF8B8E"/>
                </a:solidFill>
              </a:defRPr>
            </a:lvl3pPr>
            <a:lvl4pPr lvl="3" algn="ctr">
              <a:spcBef>
                <a:spcPts val="1920"/>
              </a:spcBef>
              <a:spcAft>
                <a:spcPts val="0"/>
              </a:spcAft>
              <a:buClr>
                <a:srgbClr val="BF8B8E"/>
              </a:buClr>
              <a:buSzPts val="9600"/>
              <a:buNone/>
              <a:defRPr>
                <a:solidFill>
                  <a:srgbClr val="BF8B8E"/>
                </a:solidFill>
              </a:defRPr>
            </a:lvl4pPr>
            <a:lvl5pPr lvl="4" algn="ctr">
              <a:spcBef>
                <a:spcPts val="1920"/>
              </a:spcBef>
              <a:spcAft>
                <a:spcPts val="0"/>
              </a:spcAft>
              <a:buClr>
                <a:srgbClr val="BF8B8E"/>
              </a:buClr>
              <a:buSzPts val="9600"/>
              <a:buNone/>
              <a:defRPr>
                <a:solidFill>
                  <a:srgbClr val="BF8B8E"/>
                </a:solidFill>
              </a:defRPr>
            </a:lvl5pPr>
            <a:lvl6pPr lvl="5" algn="ctr">
              <a:spcBef>
                <a:spcPts val="1920"/>
              </a:spcBef>
              <a:spcAft>
                <a:spcPts val="0"/>
              </a:spcAft>
              <a:buClr>
                <a:srgbClr val="BF8B8E"/>
              </a:buClr>
              <a:buSzPts val="9600"/>
              <a:buNone/>
              <a:defRPr>
                <a:solidFill>
                  <a:srgbClr val="BF8B8E"/>
                </a:solidFill>
              </a:defRPr>
            </a:lvl6pPr>
            <a:lvl7pPr lvl="6" algn="ctr">
              <a:spcBef>
                <a:spcPts val="1920"/>
              </a:spcBef>
              <a:spcAft>
                <a:spcPts val="0"/>
              </a:spcAft>
              <a:buClr>
                <a:srgbClr val="BF8B8E"/>
              </a:buClr>
              <a:buSzPts val="9600"/>
              <a:buNone/>
              <a:defRPr>
                <a:solidFill>
                  <a:srgbClr val="BF8B8E"/>
                </a:solidFill>
              </a:defRPr>
            </a:lvl7pPr>
            <a:lvl8pPr lvl="7" algn="ctr">
              <a:spcBef>
                <a:spcPts val="1920"/>
              </a:spcBef>
              <a:spcAft>
                <a:spcPts val="0"/>
              </a:spcAft>
              <a:buClr>
                <a:srgbClr val="BF8B8E"/>
              </a:buClr>
              <a:buSzPts val="9600"/>
              <a:buNone/>
              <a:defRPr>
                <a:solidFill>
                  <a:srgbClr val="BF8B8E"/>
                </a:solidFill>
              </a:defRPr>
            </a:lvl8pPr>
            <a:lvl9pPr lvl="8" algn="ctr">
              <a:spcBef>
                <a:spcPts val="1920"/>
              </a:spcBef>
              <a:spcAft>
                <a:spcPts val="0"/>
              </a:spcAft>
              <a:buClr>
                <a:srgbClr val="BF8B8E"/>
              </a:buClr>
              <a:buSzPts val="9600"/>
              <a:buNone/>
              <a:defRPr>
                <a:solidFill>
                  <a:srgbClr val="BF8B8E"/>
                </a:solidFill>
              </a:defRPr>
            </a:lvl9pPr>
          </a:lstStyle>
          <a:p>
            <a:endParaRPr/>
          </a:p>
        </p:txBody>
      </p:sp>
      <p:sp>
        <p:nvSpPr>
          <p:cNvPr id="18" name="Google Shape;18;p3"/>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467102" y="21153122"/>
            <a:ext cx="37307520" cy="6537960"/>
          </a:xfrm>
          <a:prstGeom prst="rect">
            <a:avLst/>
          </a:prstGeom>
          <a:noFill/>
          <a:ln>
            <a:noFill/>
          </a:ln>
        </p:spPr>
        <p:txBody>
          <a:bodyPr spcFirstLastPara="1" wrap="square" lIns="438900" tIns="219450" rIns="438900" bIns="219450" anchor="t" anchorCtr="0">
            <a:normAutofit/>
          </a:bodyPr>
          <a:lstStyle>
            <a:lvl1pPr lvl="0" algn="l">
              <a:spcBef>
                <a:spcPts val="0"/>
              </a:spcBef>
              <a:spcAft>
                <a:spcPts val="0"/>
              </a:spcAft>
              <a:buClr>
                <a:schemeClr val="dk1"/>
              </a:buClr>
              <a:buSzPts val="19200"/>
              <a:buFont typeface="Corbel"/>
              <a:buNone/>
              <a:defRPr sz="19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467102" y="13952225"/>
            <a:ext cx="37307520" cy="7200898"/>
          </a:xfrm>
          <a:prstGeom prst="rect">
            <a:avLst/>
          </a:prstGeom>
          <a:noFill/>
          <a:ln>
            <a:noFill/>
          </a:ln>
        </p:spPr>
        <p:txBody>
          <a:bodyPr spcFirstLastPara="1" wrap="square" lIns="438900" tIns="219450" rIns="438900" bIns="219450" anchor="b" anchorCtr="0">
            <a:normAutofit/>
          </a:bodyPr>
          <a:lstStyle>
            <a:lvl1pPr marL="457200" lvl="0" indent="-228600" algn="l">
              <a:spcBef>
                <a:spcPts val="1920"/>
              </a:spcBef>
              <a:spcAft>
                <a:spcPts val="0"/>
              </a:spcAft>
              <a:buClr>
                <a:srgbClr val="BF8B8E"/>
              </a:buClr>
              <a:buSzPts val="9600"/>
              <a:buNone/>
              <a:defRPr sz="9600">
                <a:solidFill>
                  <a:srgbClr val="BF8B8E"/>
                </a:solidFill>
              </a:defRPr>
            </a:lvl1pPr>
            <a:lvl2pPr marL="914400" lvl="1" indent="-228600" algn="l">
              <a:spcBef>
                <a:spcPts val="1720"/>
              </a:spcBef>
              <a:spcAft>
                <a:spcPts val="0"/>
              </a:spcAft>
              <a:buClr>
                <a:srgbClr val="BF8B8E"/>
              </a:buClr>
              <a:buSzPts val="8600"/>
              <a:buNone/>
              <a:defRPr sz="8600">
                <a:solidFill>
                  <a:srgbClr val="BF8B8E"/>
                </a:solidFill>
              </a:defRPr>
            </a:lvl2pPr>
            <a:lvl3pPr marL="1371600" lvl="2" indent="-228600" algn="l">
              <a:spcBef>
                <a:spcPts val="1540"/>
              </a:spcBef>
              <a:spcAft>
                <a:spcPts val="0"/>
              </a:spcAft>
              <a:buClr>
                <a:srgbClr val="BF8B8E"/>
              </a:buClr>
              <a:buSzPts val="7700"/>
              <a:buNone/>
              <a:defRPr sz="7700">
                <a:solidFill>
                  <a:srgbClr val="BF8B8E"/>
                </a:solidFill>
              </a:defRPr>
            </a:lvl3pPr>
            <a:lvl4pPr marL="1828800" lvl="3" indent="-228600" algn="l">
              <a:spcBef>
                <a:spcPts val="1340"/>
              </a:spcBef>
              <a:spcAft>
                <a:spcPts val="0"/>
              </a:spcAft>
              <a:buClr>
                <a:srgbClr val="BF8B8E"/>
              </a:buClr>
              <a:buSzPts val="6700"/>
              <a:buNone/>
              <a:defRPr sz="6700">
                <a:solidFill>
                  <a:srgbClr val="BF8B8E"/>
                </a:solidFill>
              </a:defRPr>
            </a:lvl4pPr>
            <a:lvl5pPr marL="2286000" lvl="4" indent="-228600" algn="l">
              <a:spcBef>
                <a:spcPts val="1340"/>
              </a:spcBef>
              <a:spcAft>
                <a:spcPts val="0"/>
              </a:spcAft>
              <a:buClr>
                <a:srgbClr val="BF8B8E"/>
              </a:buClr>
              <a:buSzPts val="6700"/>
              <a:buNone/>
              <a:defRPr sz="6700">
                <a:solidFill>
                  <a:srgbClr val="BF8B8E"/>
                </a:solidFill>
              </a:defRPr>
            </a:lvl5pPr>
            <a:lvl6pPr marL="2743200" lvl="5" indent="-228600" algn="l">
              <a:spcBef>
                <a:spcPts val="1340"/>
              </a:spcBef>
              <a:spcAft>
                <a:spcPts val="0"/>
              </a:spcAft>
              <a:buClr>
                <a:srgbClr val="BF8B8E"/>
              </a:buClr>
              <a:buSzPts val="6700"/>
              <a:buNone/>
              <a:defRPr sz="6700">
                <a:solidFill>
                  <a:srgbClr val="BF8B8E"/>
                </a:solidFill>
              </a:defRPr>
            </a:lvl6pPr>
            <a:lvl7pPr marL="3200400" lvl="6" indent="-228600" algn="l">
              <a:spcBef>
                <a:spcPts val="1340"/>
              </a:spcBef>
              <a:spcAft>
                <a:spcPts val="0"/>
              </a:spcAft>
              <a:buClr>
                <a:srgbClr val="BF8B8E"/>
              </a:buClr>
              <a:buSzPts val="6700"/>
              <a:buNone/>
              <a:defRPr sz="6700">
                <a:solidFill>
                  <a:srgbClr val="BF8B8E"/>
                </a:solidFill>
              </a:defRPr>
            </a:lvl7pPr>
            <a:lvl8pPr marL="3657600" lvl="7" indent="-228600" algn="l">
              <a:spcBef>
                <a:spcPts val="1340"/>
              </a:spcBef>
              <a:spcAft>
                <a:spcPts val="0"/>
              </a:spcAft>
              <a:buClr>
                <a:srgbClr val="BF8B8E"/>
              </a:buClr>
              <a:buSzPts val="6700"/>
              <a:buNone/>
              <a:defRPr sz="6700">
                <a:solidFill>
                  <a:srgbClr val="BF8B8E"/>
                </a:solidFill>
              </a:defRPr>
            </a:lvl8pPr>
            <a:lvl9pPr marL="4114800" lvl="8" indent="-228600" algn="l">
              <a:spcBef>
                <a:spcPts val="1340"/>
              </a:spcBef>
              <a:spcAft>
                <a:spcPts val="0"/>
              </a:spcAft>
              <a:buClr>
                <a:srgbClr val="BF8B8E"/>
              </a:buClr>
              <a:buSzPts val="6700"/>
              <a:buNone/>
              <a:defRPr sz="6700">
                <a:solidFill>
                  <a:srgbClr val="BF8B8E"/>
                </a:solidFill>
              </a:defRPr>
            </a:lvl9pPr>
          </a:lstStyle>
          <a:p>
            <a:endParaRPr/>
          </a:p>
        </p:txBody>
      </p:sp>
      <p:sp>
        <p:nvSpPr>
          <p:cNvPr id="30" name="Google Shape;30;p5"/>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1945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36" name="Google Shape;36;p6"/>
          <p:cNvSpPr txBox="1">
            <a:spLocks noGrp="1"/>
          </p:cNvSpPr>
          <p:nvPr>
            <p:ph type="body" idx="2"/>
          </p:nvPr>
        </p:nvSpPr>
        <p:spPr>
          <a:xfrm>
            <a:off x="223113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37" name="Google Shape;37;p6"/>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211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194560" y="7368542"/>
            <a:ext cx="19392902"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3" name="Google Shape;43;p7"/>
          <p:cNvSpPr txBox="1">
            <a:spLocks noGrp="1"/>
          </p:cNvSpPr>
          <p:nvPr>
            <p:ph type="body" idx="2"/>
          </p:nvPr>
        </p:nvSpPr>
        <p:spPr>
          <a:xfrm>
            <a:off x="2194560" y="10439400"/>
            <a:ext cx="19392902"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44" name="Google Shape;44;p7"/>
          <p:cNvSpPr txBox="1">
            <a:spLocks noGrp="1"/>
          </p:cNvSpPr>
          <p:nvPr>
            <p:ph type="body" idx="3"/>
          </p:nvPr>
        </p:nvSpPr>
        <p:spPr>
          <a:xfrm>
            <a:off x="22296122" y="7368542"/>
            <a:ext cx="19400520"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5" name="Google Shape;45;p7"/>
          <p:cNvSpPr txBox="1">
            <a:spLocks noGrp="1"/>
          </p:cNvSpPr>
          <p:nvPr>
            <p:ph type="body" idx="4"/>
          </p:nvPr>
        </p:nvSpPr>
        <p:spPr>
          <a:xfrm>
            <a:off x="22296122" y="10439400"/>
            <a:ext cx="19400520"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46" name="Google Shape;46;p7"/>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194563" y="1310640"/>
            <a:ext cx="14439902" cy="5577840"/>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orbel"/>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7160240" y="1310643"/>
            <a:ext cx="24536400" cy="28094942"/>
          </a:xfrm>
          <a:prstGeom prst="rect">
            <a:avLst/>
          </a:prstGeom>
          <a:noFill/>
          <a:ln>
            <a:noFill/>
          </a:ln>
        </p:spPr>
        <p:txBody>
          <a:bodyPr spcFirstLastPara="1" wrap="square" lIns="438900" tIns="219450" rIns="438900" bIns="219450" anchor="t" anchorCtr="0">
            <a:normAutofit/>
          </a:bodyPr>
          <a:lstStyle>
            <a:lvl1pPr marL="457200" lvl="0" indent="-1206500" algn="l">
              <a:spcBef>
                <a:spcPts val="3080"/>
              </a:spcBef>
              <a:spcAft>
                <a:spcPts val="0"/>
              </a:spcAft>
              <a:buClr>
                <a:schemeClr val="dk1"/>
              </a:buClr>
              <a:buSzPts val="15400"/>
              <a:buChar char="•"/>
              <a:defRPr sz="15400"/>
            </a:lvl1pPr>
            <a:lvl2pPr marL="914400" lvl="1" indent="-1079500" algn="l">
              <a:spcBef>
                <a:spcPts val="2680"/>
              </a:spcBef>
              <a:spcAft>
                <a:spcPts val="0"/>
              </a:spcAft>
              <a:buClr>
                <a:schemeClr val="dk1"/>
              </a:buClr>
              <a:buSzPts val="13400"/>
              <a:buChar char="–"/>
              <a:defRPr sz="13400"/>
            </a:lvl2pPr>
            <a:lvl3pPr marL="1371600" lvl="2" indent="-958850" algn="l">
              <a:spcBef>
                <a:spcPts val="2300"/>
              </a:spcBef>
              <a:spcAft>
                <a:spcPts val="0"/>
              </a:spcAft>
              <a:buClr>
                <a:schemeClr val="dk1"/>
              </a:buClr>
              <a:buSzPts val="11500"/>
              <a:buChar char="•"/>
              <a:defRPr sz="11500"/>
            </a:lvl3pPr>
            <a:lvl4pPr marL="1828800" lvl="3" indent="-838200" algn="l">
              <a:spcBef>
                <a:spcPts val="1920"/>
              </a:spcBef>
              <a:spcAft>
                <a:spcPts val="0"/>
              </a:spcAft>
              <a:buClr>
                <a:schemeClr val="dk1"/>
              </a:buClr>
              <a:buSzPts val="9600"/>
              <a:buChar char="–"/>
              <a:defRPr sz="9600"/>
            </a:lvl4pPr>
            <a:lvl5pPr marL="2286000" lvl="4" indent="-838200" algn="l">
              <a:spcBef>
                <a:spcPts val="1920"/>
              </a:spcBef>
              <a:spcAft>
                <a:spcPts val="0"/>
              </a:spcAft>
              <a:buClr>
                <a:schemeClr val="dk1"/>
              </a:buClr>
              <a:buSzPts val="9600"/>
              <a:buChar char="»"/>
              <a:defRPr sz="9600"/>
            </a:lvl5pPr>
            <a:lvl6pPr marL="2743200" lvl="5" indent="-838200" algn="l">
              <a:spcBef>
                <a:spcPts val="1920"/>
              </a:spcBef>
              <a:spcAft>
                <a:spcPts val="0"/>
              </a:spcAft>
              <a:buClr>
                <a:schemeClr val="dk1"/>
              </a:buClr>
              <a:buSzPts val="9600"/>
              <a:buChar char="•"/>
              <a:defRPr sz="9600"/>
            </a:lvl6pPr>
            <a:lvl7pPr marL="3200400" lvl="6" indent="-838200" algn="l">
              <a:spcBef>
                <a:spcPts val="1920"/>
              </a:spcBef>
              <a:spcAft>
                <a:spcPts val="0"/>
              </a:spcAft>
              <a:buClr>
                <a:schemeClr val="dk1"/>
              </a:buClr>
              <a:buSzPts val="9600"/>
              <a:buChar char="•"/>
              <a:defRPr sz="9600"/>
            </a:lvl7pPr>
            <a:lvl8pPr marL="3657600" lvl="7" indent="-838200" algn="l">
              <a:spcBef>
                <a:spcPts val="1920"/>
              </a:spcBef>
              <a:spcAft>
                <a:spcPts val="0"/>
              </a:spcAft>
              <a:buClr>
                <a:schemeClr val="dk1"/>
              </a:buClr>
              <a:buSzPts val="9600"/>
              <a:buChar char="•"/>
              <a:defRPr sz="9600"/>
            </a:lvl8pPr>
            <a:lvl9pPr marL="4114800" lvl="8" indent="-838200" algn="l">
              <a:spcBef>
                <a:spcPts val="1920"/>
              </a:spcBef>
              <a:spcAft>
                <a:spcPts val="0"/>
              </a:spcAft>
              <a:buClr>
                <a:schemeClr val="dk1"/>
              </a:buClr>
              <a:buSzPts val="9600"/>
              <a:buChar char="•"/>
              <a:defRPr sz="9600"/>
            </a:lvl9pPr>
          </a:lstStyle>
          <a:p>
            <a:endParaRPr/>
          </a:p>
        </p:txBody>
      </p:sp>
      <p:sp>
        <p:nvSpPr>
          <p:cNvPr id="61" name="Google Shape;61;p10"/>
          <p:cNvSpPr txBox="1">
            <a:spLocks noGrp="1"/>
          </p:cNvSpPr>
          <p:nvPr>
            <p:ph type="body" idx="2"/>
          </p:nvPr>
        </p:nvSpPr>
        <p:spPr>
          <a:xfrm>
            <a:off x="2194563" y="6888483"/>
            <a:ext cx="14439902" cy="22517102"/>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2" name="Google Shape;62;p10"/>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8602982" y="23042880"/>
            <a:ext cx="26334720" cy="2720342"/>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orbel"/>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8602982" y="2941320"/>
            <a:ext cx="26334720" cy="19751040"/>
          </a:xfrm>
          <a:prstGeom prst="rect">
            <a:avLst/>
          </a:prstGeom>
          <a:noFill/>
          <a:ln>
            <a:noFill/>
          </a:ln>
        </p:spPr>
      </p:sp>
      <p:sp>
        <p:nvSpPr>
          <p:cNvPr id="68" name="Google Shape;68;p11"/>
          <p:cNvSpPr txBox="1">
            <a:spLocks noGrp="1"/>
          </p:cNvSpPr>
          <p:nvPr>
            <p:ph type="body" idx="1"/>
          </p:nvPr>
        </p:nvSpPr>
        <p:spPr>
          <a:xfrm>
            <a:off x="8602982" y="25763222"/>
            <a:ext cx="26334720" cy="3863338"/>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9" name="Google Shape;69;p11"/>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1083289" y="-1207766"/>
            <a:ext cx="21724622" cy="3950208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22715220" y="10424165"/>
            <a:ext cx="28087320" cy="98755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2598420" y="914405"/>
            <a:ext cx="28087320" cy="2889504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marR="0" lvl="0" algn="ctr" rtl="0">
              <a:spcBef>
                <a:spcPts val="0"/>
              </a:spcBef>
              <a:spcAft>
                <a:spcPts val="0"/>
              </a:spcAft>
              <a:buClr>
                <a:schemeClr val="dk1"/>
              </a:buClr>
              <a:buSzPts val="21100"/>
              <a:buFont typeface="Corbel"/>
              <a:buNone/>
              <a:defRPr sz="21100" b="0" i="0" u="none" strike="noStrike" cap="non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2194560" y="7680963"/>
            <a:ext cx="39502080" cy="21724622"/>
          </a:xfrm>
          <a:prstGeom prst="rect">
            <a:avLst/>
          </a:prstGeom>
          <a:noFill/>
          <a:ln>
            <a:noFill/>
          </a:ln>
        </p:spPr>
        <p:txBody>
          <a:bodyPr spcFirstLastPara="1" wrap="square" lIns="438900" tIns="219450" rIns="438900" bIns="219450" anchor="t" anchorCtr="0">
            <a:normAutofit/>
          </a:bodyPr>
          <a:lstStyle>
            <a:lvl1pPr marL="457200" marR="0" lvl="0" indent="-1206500" algn="l" rtl="0">
              <a:spcBef>
                <a:spcPts val="3080"/>
              </a:spcBef>
              <a:spcAft>
                <a:spcPts val="0"/>
              </a:spcAft>
              <a:buClr>
                <a:schemeClr val="dk1"/>
              </a:buClr>
              <a:buSzPts val="15400"/>
              <a:buFont typeface="Arial"/>
              <a:buChar char="•"/>
              <a:defRPr sz="15400" b="0" i="0" u="none" strike="noStrike" cap="none">
                <a:solidFill>
                  <a:schemeClr val="dk1"/>
                </a:solidFill>
                <a:latin typeface="Corbel"/>
                <a:ea typeface="Corbel"/>
                <a:cs typeface="Corbel"/>
                <a:sym typeface="Corbel"/>
              </a:defRPr>
            </a:lvl1pPr>
            <a:lvl2pPr marL="914400" marR="0" lvl="1" indent="-1079500" algn="l" rtl="0">
              <a:spcBef>
                <a:spcPts val="2680"/>
              </a:spcBef>
              <a:spcAft>
                <a:spcPts val="0"/>
              </a:spcAft>
              <a:buClr>
                <a:schemeClr val="dk1"/>
              </a:buClr>
              <a:buSzPts val="13400"/>
              <a:buFont typeface="Arial"/>
              <a:buChar char="–"/>
              <a:defRPr sz="13400" b="0" i="0" u="none" strike="noStrike" cap="none">
                <a:solidFill>
                  <a:schemeClr val="dk1"/>
                </a:solidFill>
                <a:latin typeface="Corbel"/>
                <a:ea typeface="Corbel"/>
                <a:cs typeface="Corbel"/>
                <a:sym typeface="Corbel"/>
              </a:defRPr>
            </a:lvl2pPr>
            <a:lvl3pPr marL="1371600" marR="0" lvl="2" indent="-958850" algn="l" rtl="0">
              <a:spcBef>
                <a:spcPts val="2300"/>
              </a:spcBef>
              <a:spcAft>
                <a:spcPts val="0"/>
              </a:spcAft>
              <a:buClr>
                <a:schemeClr val="dk1"/>
              </a:buClr>
              <a:buSzPts val="11500"/>
              <a:buFont typeface="Arial"/>
              <a:buChar char="•"/>
              <a:defRPr sz="11500" b="0" i="0" u="none" strike="noStrike" cap="none">
                <a:solidFill>
                  <a:schemeClr val="dk1"/>
                </a:solidFill>
                <a:latin typeface="Corbel"/>
                <a:ea typeface="Corbel"/>
                <a:cs typeface="Corbel"/>
                <a:sym typeface="Corbel"/>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orbel"/>
                <a:ea typeface="Corbel"/>
                <a:cs typeface="Corbel"/>
                <a:sym typeface="Corbel"/>
              </a:defRPr>
            </a:lvl9pPr>
          </a:lstStyle>
          <a:p>
            <a:endParaRPr/>
          </a:p>
        </p:txBody>
      </p:sp>
      <p:sp>
        <p:nvSpPr>
          <p:cNvPr id="12" name="Google Shape;12;p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marR="0" lvl="0" algn="l" rtl="0">
              <a:spcBef>
                <a:spcPts val="0"/>
              </a:spcBef>
              <a:spcAft>
                <a:spcPts val="0"/>
              </a:spcAft>
              <a:buSzPts val="1400"/>
              <a:buNone/>
              <a:defRPr sz="5800" b="0" i="0" u="none" strike="noStrike" cap="none">
                <a:solidFill>
                  <a:srgbClr val="BF8B8E"/>
                </a:solidFill>
                <a:latin typeface="Corbel"/>
                <a:ea typeface="Corbel"/>
                <a:cs typeface="Corbel"/>
                <a:sym typeface="Corbel"/>
              </a:defRPr>
            </a:lvl1pPr>
            <a:lvl2pPr marR="0" lvl="1" algn="l" rtl="0">
              <a:spcBef>
                <a:spcPts val="0"/>
              </a:spcBef>
              <a:spcAft>
                <a:spcPts val="0"/>
              </a:spcAft>
              <a:buSzPts val="1400"/>
              <a:buNone/>
              <a:defRPr sz="86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86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86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86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86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86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86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8600" b="0" i="0" u="none" strike="noStrike" cap="none">
                <a:solidFill>
                  <a:schemeClr val="dk1"/>
                </a:solidFill>
                <a:latin typeface="Corbel"/>
                <a:ea typeface="Corbel"/>
                <a:cs typeface="Corbel"/>
                <a:sym typeface="Corbel"/>
              </a:defRPr>
            </a:lvl9pPr>
          </a:lstStyle>
          <a:p>
            <a:endParaRPr/>
          </a:p>
        </p:txBody>
      </p:sp>
      <p:sp>
        <p:nvSpPr>
          <p:cNvPr id="13" name="Google Shape;13;p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marR="0" lvl="0" algn="ctr" rtl="0">
              <a:spcBef>
                <a:spcPts val="0"/>
              </a:spcBef>
              <a:spcAft>
                <a:spcPts val="0"/>
              </a:spcAft>
              <a:buSzPts val="1400"/>
              <a:buNone/>
              <a:defRPr sz="5800" b="0" i="0" u="none" strike="noStrike" cap="none">
                <a:solidFill>
                  <a:srgbClr val="BF8B8E"/>
                </a:solidFill>
                <a:latin typeface="Corbel"/>
                <a:ea typeface="Corbel"/>
                <a:cs typeface="Corbel"/>
                <a:sym typeface="Corbel"/>
              </a:defRPr>
            </a:lvl1pPr>
            <a:lvl2pPr marR="0" lvl="1" algn="l" rtl="0">
              <a:spcBef>
                <a:spcPts val="0"/>
              </a:spcBef>
              <a:spcAft>
                <a:spcPts val="0"/>
              </a:spcAft>
              <a:buSzPts val="1400"/>
              <a:buNone/>
              <a:defRPr sz="86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86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86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86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86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86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86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8600" b="0" i="0" u="none" strike="noStrike" cap="none">
                <a:solidFill>
                  <a:schemeClr val="dk1"/>
                </a:solidFill>
                <a:latin typeface="Corbel"/>
                <a:ea typeface="Corbel"/>
                <a:cs typeface="Corbel"/>
                <a:sym typeface="Corbel"/>
              </a:defRPr>
            </a:lvl9pPr>
          </a:lstStyle>
          <a:p>
            <a:endParaRPr/>
          </a:p>
        </p:txBody>
      </p:sp>
      <p:sp>
        <p:nvSpPr>
          <p:cNvPr id="14" name="Google Shape;14;p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marR="0" lvl="0" indent="0" algn="r" rtl="0">
              <a:spcBef>
                <a:spcPts val="0"/>
              </a:spcBef>
              <a:buNone/>
              <a:defRPr sz="5800" b="0" i="0" u="none" strike="noStrike" cap="none">
                <a:solidFill>
                  <a:srgbClr val="BF8B8E"/>
                </a:solidFill>
                <a:latin typeface="Corbel"/>
                <a:ea typeface="Corbel"/>
                <a:cs typeface="Corbel"/>
                <a:sym typeface="Corbel"/>
              </a:defRPr>
            </a:lvl1pPr>
            <a:lvl2pPr marL="0" marR="0" lvl="1" indent="0" algn="r" rtl="0">
              <a:spcBef>
                <a:spcPts val="0"/>
              </a:spcBef>
              <a:buNone/>
              <a:defRPr sz="5800" b="0" i="0" u="none" strike="noStrike" cap="none">
                <a:solidFill>
                  <a:srgbClr val="BF8B8E"/>
                </a:solidFill>
                <a:latin typeface="Corbel"/>
                <a:ea typeface="Corbel"/>
                <a:cs typeface="Corbel"/>
                <a:sym typeface="Corbel"/>
              </a:defRPr>
            </a:lvl2pPr>
            <a:lvl3pPr marL="0" marR="0" lvl="2" indent="0" algn="r" rtl="0">
              <a:spcBef>
                <a:spcPts val="0"/>
              </a:spcBef>
              <a:buNone/>
              <a:defRPr sz="5800" b="0" i="0" u="none" strike="noStrike" cap="none">
                <a:solidFill>
                  <a:srgbClr val="BF8B8E"/>
                </a:solidFill>
                <a:latin typeface="Corbel"/>
                <a:ea typeface="Corbel"/>
                <a:cs typeface="Corbel"/>
                <a:sym typeface="Corbel"/>
              </a:defRPr>
            </a:lvl3pPr>
            <a:lvl4pPr marL="0" marR="0" lvl="3" indent="0" algn="r" rtl="0">
              <a:spcBef>
                <a:spcPts val="0"/>
              </a:spcBef>
              <a:buNone/>
              <a:defRPr sz="5800" b="0" i="0" u="none" strike="noStrike" cap="none">
                <a:solidFill>
                  <a:srgbClr val="BF8B8E"/>
                </a:solidFill>
                <a:latin typeface="Corbel"/>
                <a:ea typeface="Corbel"/>
                <a:cs typeface="Corbel"/>
                <a:sym typeface="Corbel"/>
              </a:defRPr>
            </a:lvl4pPr>
            <a:lvl5pPr marL="0" marR="0" lvl="4" indent="0" algn="r" rtl="0">
              <a:spcBef>
                <a:spcPts val="0"/>
              </a:spcBef>
              <a:buNone/>
              <a:defRPr sz="5800" b="0" i="0" u="none" strike="noStrike" cap="none">
                <a:solidFill>
                  <a:srgbClr val="BF8B8E"/>
                </a:solidFill>
                <a:latin typeface="Corbel"/>
                <a:ea typeface="Corbel"/>
                <a:cs typeface="Corbel"/>
                <a:sym typeface="Corbel"/>
              </a:defRPr>
            </a:lvl5pPr>
            <a:lvl6pPr marL="0" marR="0" lvl="5" indent="0" algn="r" rtl="0">
              <a:spcBef>
                <a:spcPts val="0"/>
              </a:spcBef>
              <a:buNone/>
              <a:defRPr sz="5800" b="0" i="0" u="none" strike="noStrike" cap="none">
                <a:solidFill>
                  <a:srgbClr val="BF8B8E"/>
                </a:solidFill>
                <a:latin typeface="Corbel"/>
                <a:ea typeface="Corbel"/>
                <a:cs typeface="Corbel"/>
                <a:sym typeface="Corbel"/>
              </a:defRPr>
            </a:lvl6pPr>
            <a:lvl7pPr marL="0" marR="0" lvl="6" indent="0" algn="r" rtl="0">
              <a:spcBef>
                <a:spcPts val="0"/>
              </a:spcBef>
              <a:buNone/>
              <a:defRPr sz="5800" b="0" i="0" u="none" strike="noStrike" cap="none">
                <a:solidFill>
                  <a:srgbClr val="BF8B8E"/>
                </a:solidFill>
                <a:latin typeface="Corbel"/>
                <a:ea typeface="Corbel"/>
                <a:cs typeface="Corbel"/>
                <a:sym typeface="Corbel"/>
              </a:defRPr>
            </a:lvl7pPr>
            <a:lvl8pPr marL="0" marR="0" lvl="7" indent="0" algn="r" rtl="0">
              <a:spcBef>
                <a:spcPts val="0"/>
              </a:spcBef>
              <a:buNone/>
              <a:defRPr sz="5800" b="0" i="0" u="none" strike="noStrike" cap="none">
                <a:solidFill>
                  <a:srgbClr val="BF8B8E"/>
                </a:solidFill>
                <a:latin typeface="Corbel"/>
                <a:ea typeface="Corbel"/>
                <a:cs typeface="Corbel"/>
                <a:sym typeface="Corbel"/>
              </a:defRPr>
            </a:lvl8pPr>
            <a:lvl9pPr marL="0" marR="0" lvl="8" indent="0" algn="r" rtl="0">
              <a:spcBef>
                <a:spcPts val="0"/>
              </a:spcBef>
              <a:buNone/>
              <a:defRPr sz="5800" b="0" i="0" u="none" strike="noStrike" cap="none">
                <a:solidFill>
                  <a:srgbClr val="BF8B8E"/>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327981" y="686381"/>
            <a:ext cx="44450577" cy="622584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Corbel"/>
              <a:ea typeface="Corbel"/>
              <a:cs typeface="Corbel"/>
              <a:sym typeface="Corbel"/>
            </a:endParaRPr>
          </a:p>
        </p:txBody>
      </p:sp>
      <p:sp>
        <p:nvSpPr>
          <p:cNvPr id="91" name="Google Shape;91;p1"/>
          <p:cNvSpPr txBox="1"/>
          <p:nvPr/>
        </p:nvSpPr>
        <p:spPr>
          <a:xfrm>
            <a:off x="33184530" y="8746424"/>
            <a:ext cx="10018879" cy="7940595"/>
          </a:xfrm>
          <a:prstGeom prst="rect">
            <a:avLst/>
          </a:prstGeom>
          <a:noFill/>
          <a:ln>
            <a:noFill/>
          </a:ln>
        </p:spPr>
        <p:txBody>
          <a:bodyPr spcFirstLastPara="1" wrap="square" lIns="91425" tIns="45700" rIns="91425" bIns="45700" anchor="t" anchorCtr="0">
            <a:spAutoFit/>
          </a:bodyPr>
          <a:lstStyle/>
          <a:p>
            <a:r>
              <a:rPr lang="en-US" sz="3000" dirty="0">
                <a:latin typeface="EB Garamond" pitchFamily="2" charset="0"/>
                <a:ea typeface="EB Garamond" pitchFamily="2" charset="0"/>
              </a:rPr>
              <a:t>GDPR research largely focuses on legal compliance obligations and enforcement (Baldwin et al., 2011). Economic studies document reduced venture investment post-GDPR (Jia et al., 2021) and declines in web traffic and e-commerce revenue (Goldberg et al., 2022), while others find GDPR increased data input costs by 22% on average, with larger firms less affected (Demirer et al., 2024). Regulatory uncertainty is theorized to produce overcompliance or avoidance behaviors as firms adopt precautionary interpretations under ambiguous rules (Baldwin et al., 2011). </a:t>
            </a:r>
          </a:p>
          <a:p>
            <a:endParaRPr lang="en-US" sz="3000" dirty="0">
              <a:latin typeface="EB Garamond" pitchFamily="2" charset="0"/>
              <a:ea typeface="EB Garamond" pitchFamily="2" charset="0"/>
            </a:endParaRPr>
          </a:p>
          <a:p>
            <a:r>
              <a:rPr lang="en-US" sz="3000" dirty="0">
                <a:latin typeface="EB Garamond" pitchFamily="2" charset="0"/>
                <a:ea typeface="EB Garamond" pitchFamily="2" charset="0"/>
              </a:rPr>
              <a:t>Yet empirical evidence on how uncertainty specifically shapes </a:t>
            </a:r>
            <a:r>
              <a:rPr lang="en-US" sz="3000" i="1" dirty="0">
                <a:latin typeface="EB Garamond" pitchFamily="2" charset="0"/>
                <a:ea typeface="EB Garamond" pitchFamily="2" charset="0"/>
              </a:rPr>
              <a:t>behavioral</a:t>
            </a:r>
            <a:r>
              <a:rPr lang="en-US" sz="3000" dirty="0">
                <a:latin typeface="EB Garamond" pitchFamily="2" charset="0"/>
                <a:ea typeface="EB Garamond" pitchFamily="2" charset="0"/>
              </a:rPr>
              <a:t> firm responses, separate from burden, remains limited.</a:t>
            </a:r>
          </a:p>
          <a:p>
            <a:endParaRPr lang="en-US" sz="3000" dirty="0">
              <a:latin typeface="EB Garamond" pitchFamily="2" charset="0"/>
              <a:ea typeface="EB Garamond" pitchFamily="2" charset="0"/>
            </a:endParaRPr>
          </a:p>
          <a:p>
            <a:r>
              <a:rPr lang="en-US" sz="3000" dirty="0">
                <a:latin typeface="EB Garamond" pitchFamily="2" charset="0"/>
                <a:ea typeface="EB Garamond" pitchFamily="2" charset="0"/>
              </a:rPr>
              <a:t>This study fills that gap using a cross-sectional survey of 637 German firms (ZEW), isolating independent effects of uncertainty, burden, and opportunity orientation across behavioral outcomes.</a:t>
            </a:r>
          </a:p>
        </p:txBody>
      </p:sp>
      <p:sp>
        <p:nvSpPr>
          <p:cNvPr id="93" name="Google Shape;93;p1"/>
          <p:cNvSpPr txBox="1"/>
          <p:nvPr/>
        </p:nvSpPr>
        <p:spPr>
          <a:xfrm>
            <a:off x="6568626" y="467218"/>
            <a:ext cx="184666" cy="14157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8600">
              <a:solidFill>
                <a:schemeClr val="dk1"/>
              </a:solidFill>
              <a:latin typeface="Corbel"/>
              <a:ea typeface="Corbel"/>
              <a:cs typeface="Corbel"/>
              <a:sym typeface="Corbel"/>
            </a:endParaRPr>
          </a:p>
        </p:txBody>
      </p:sp>
      <p:sp>
        <p:nvSpPr>
          <p:cNvPr id="94" name="Google Shape;94;p1"/>
          <p:cNvSpPr txBox="1"/>
          <p:nvPr/>
        </p:nvSpPr>
        <p:spPr>
          <a:xfrm>
            <a:off x="957999" y="19158975"/>
            <a:ext cx="9885343" cy="13480573"/>
          </a:xfrm>
          <a:prstGeom prst="rect">
            <a:avLst/>
          </a:prstGeom>
          <a:noFill/>
          <a:ln>
            <a:noFill/>
          </a:ln>
        </p:spPr>
        <p:txBody>
          <a:bodyPr spcFirstLastPara="1" wrap="square" lIns="91425" tIns="45700" rIns="91425" bIns="45700" anchor="t" anchorCtr="0">
            <a:spAutoFit/>
          </a:bodyPr>
          <a:lstStyle/>
          <a:p>
            <a:r>
              <a:rPr lang="en-US" sz="3000" dirty="0">
                <a:latin typeface="EB Garamond" pitchFamily="2" charset="0"/>
                <a:ea typeface="EB Garamond" pitchFamily="2" charset="0"/>
              </a:rPr>
              <a:t>This study's cross-sectional design limits causal identification. Three directions would strengthen and extend these findings:</a:t>
            </a:r>
          </a:p>
          <a:p>
            <a:endParaRPr lang="en-US" sz="3000" b="1" dirty="0">
              <a:latin typeface="EB Garamond" pitchFamily="2" charset="0"/>
              <a:ea typeface="EB Garamond" pitchFamily="2" charset="0"/>
            </a:endParaRPr>
          </a:p>
          <a:p>
            <a:r>
              <a:rPr lang="en-US" sz="3000" b="1" dirty="0">
                <a:latin typeface="EB Garamond" pitchFamily="2" charset="0"/>
                <a:ea typeface="EB Garamond" pitchFamily="2" charset="0"/>
              </a:rPr>
              <a:t>1. Panel Data &amp; Causal Identification</a:t>
            </a:r>
            <a:br>
              <a:rPr lang="en-US" sz="3000" dirty="0">
                <a:latin typeface="EB Garamond" pitchFamily="2" charset="0"/>
                <a:ea typeface="EB Garamond" pitchFamily="2" charset="0"/>
              </a:rPr>
            </a:br>
            <a:r>
              <a:rPr lang="en-US" sz="3000" dirty="0">
                <a:latin typeface="EB Garamond" pitchFamily="2" charset="0"/>
                <a:ea typeface="EB Garamond" pitchFamily="2" charset="0"/>
              </a:rPr>
              <a:t>Track the same firms over time to establish whether uncertainty </a:t>
            </a:r>
            <a:r>
              <a:rPr lang="en-US" sz="3000" i="1" dirty="0">
                <a:latin typeface="EB Garamond" pitchFamily="2" charset="0"/>
                <a:ea typeface="EB Garamond" pitchFamily="2" charset="0"/>
              </a:rPr>
              <a:t>precedes</a:t>
            </a:r>
            <a:r>
              <a:rPr lang="en-US" sz="3000" dirty="0">
                <a:latin typeface="EB Garamond" pitchFamily="2" charset="0"/>
                <a:ea typeface="EB Garamond" pitchFamily="2" charset="0"/>
              </a:rPr>
              <a:t> behavioral changes. A difference-in-differences design exploiting variation in national supervisory authority enforcement intensity across EU member states could isolate causal effects.</a:t>
            </a:r>
          </a:p>
          <a:p>
            <a:endParaRPr lang="en-US" sz="3000" b="1" dirty="0">
              <a:latin typeface="EB Garamond" pitchFamily="2" charset="0"/>
              <a:ea typeface="EB Garamond" pitchFamily="2" charset="0"/>
            </a:endParaRPr>
          </a:p>
          <a:p>
            <a:r>
              <a:rPr lang="en-US" sz="3000" b="1" dirty="0">
                <a:latin typeface="EB Garamond" pitchFamily="2" charset="0"/>
                <a:ea typeface="EB Garamond" pitchFamily="2" charset="0"/>
              </a:rPr>
              <a:t>2. Cross-Country Comparison</a:t>
            </a:r>
            <a:br>
              <a:rPr lang="en-US" sz="3000" dirty="0">
                <a:latin typeface="EB Garamond" pitchFamily="2" charset="0"/>
                <a:ea typeface="EB Garamond" pitchFamily="2" charset="0"/>
              </a:rPr>
            </a:br>
            <a:r>
              <a:rPr lang="en-US" sz="3000" dirty="0">
                <a:latin typeface="EB Garamond" pitchFamily="2" charset="0"/>
                <a:ea typeface="EB Garamond" pitchFamily="2" charset="0"/>
              </a:rPr>
              <a:t>Germany may not be representative of the broader EU. Comparing firm responses across high-enforcement (Germany, France) vs. low-enforcement (Eastern Europe) jurisdictions would test whether regulatory culture moderates the uncertainty-behavior relationship.</a:t>
            </a:r>
          </a:p>
          <a:p>
            <a:endParaRPr lang="en-US" sz="3000" b="1" dirty="0">
              <a:latin typeface="EB Garamond" pitchFamily="2" charset="0"/>
              <a:ea typeface="EB Garamond" pitchFamily="2" charset="0"/>
            </a:endParaRPr>
          </a:p>
          <a:p>
            <a:r>
              <a:rPr lang="en-US" sz="3000" b="1" dirty="0">
                <a:latin typeface="EB Garamond" pitchFamily="2" charset="0"/>
                <a:ea typeface="EB Garamond" pitchFamily="2" charset="0"/>
              </a:rPr>
              <a:t>3. Disaggregating Uncertainty</a:t>
            </a:r>
            <a:br>
              <a:rPr lang="en-US" sz="3000" dirty="0">
                <a:latin typeface="EB Garamond" pitchFamily="2" charset="0"/>
                <a:ea typeface="EB Garamond" pitchFamily="2" charset="0"/>
              </a:rPr>
            </a:br>
            <a:r>
              <a:rPr lang="en-US" sz="3000" dirty="0">
                <a:latin typeface="EB Garamond" pitchFamily="2" charset="0"/>
                <a:ea typeface="EB Garamond" pitchFamily="2" charset="0"/>
              </a:rPr>
              <a:t>This study measures uncertainty as a single index. Future work should distinguish between </a:t>
            </a:r>
            <a:r>
              <a:rPr lang="en-US" sz="3000" i="1" dirty="0">
                <a:latin typeface="EB Garamond" pitchFamily="2" charset="0"/>
                <a:ea typeface="EB Garamond" pitchFamily="2" charset="0"/>
              </a:rPr>
              <a:t>interpretive</a:t>
            </a:r>
            <a:r>
              <a:rPr lang="en-US" sz="3000" dirty="0">
                <a:latin typeface="EB Garamond" pitchFamily="2" charset="0"/>
                <a:ea typeface="EB Garamond" pitchFamily="2" charset="0"/>
              </a:rPr>
              <a:t> uncertainty (what does the law require?) and </a:t>
            </a:r>
            <a:r>
              <a:rPr lang="en-US" sz="3000" i="1" dirty="0">
                <a:latin typeface="EB Garamond" pitchFamily="2" charset="0"/>
                <a:ea typeface="EB Garamond" pitchFamily="2" charset="0"/>
              </a:rPr>
              <a:t>enforcement</a:t>
            </a:r>
            <a:r>
              <a:rPr lang="en-US" sz="3000" dirty="0">
                <a:latin typeface="EB Garamond" pitchFamily="2" charset="0"/>
                <a:ea typeface="EB Garamond" pitchFamily="2" charset="0"/>
              </a:rPr>
              <a:t> uncertainty (will we be penalized?) — these likely produce different behavioral responses and require different policy remedies.</a:t>
            </a:r>
          </a:p>
          <a:p>
            <a:endParaRPr lang="en-US" sz="3000" b="1" dirty="0">
              <a:latin typeface="EB Garamond" pitchFamily="2" charset="0"/>
              <a:ea typeface="EB Garamond" pitchFamily="2" charset="0"/>
            </a:endParaRPr>
          </a:p>
          <a:p>
            <a:r>
              <a:rPr lang="en-US" sz="3000" b="1" dirty="0">
                <a:latin typeface="EB Garamond" pitchFamily="2" charset="0"/>
                <a:ea typeface="EB Garamond" pitchFamily="2" charset="0"/>
              </a:rPr>
              <a:t>Policy Implication:</a:t>
            </a:r>
            <a:br>
              <a:rPr lang="en-US" sz="3000" dirty="0">
                <a:latin typeface="EB Garamond" pitchFamily="2" charset="0"/>
                <a:ea typeface="EB Garamond" pitchFamily="2" charset="0"/>
              </a:rPr>
            </a:br>
            <a:r>
              <a:rPr lang="en-US" sz="3000" dirty="0">
                <a:latin typeface="EB Garamond" pitchFamily="2" charset="0"/>
                <a:ea typeface="EB Garamond" pitchFamily="2" charset="0"/>
              </a:rPr>
              <a:t>Results suggest that clearer regulatory guidance — not just stricter enforcement — is the most direct lever for reducing GDPR's unintended innovation costs.</a:t>
            </a:r>
          </a:p>
        </p:txBody>
      </p:sp>
      <p:sp>
        <p:nvSpPr>
          <p:cNvPr id="95" name="Google Shape;95;p1"/>
          <p:cNvSpPr txBox="1"/>
          <p:nvPr/>
        </p:nvSpPr>
        <p:spPr>
          <a:xfrm>
            <a:off x="7013892" y="1524716"/>
            <a:ext cx="28948613" cy="433960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400" b="1" dirty="0">
                <a:solidFill>
                  <a:schemeClr val="lt1"/>
                </a:solidFill>
                <a:latin typeface="EB Garamond" pitchFamily="2" charset="0"/>
                <a:ea typeface="EB Garamond" pitchFamily="2" charset="0"/>
                <a:cs typeface="Adelle Sans Devanagari" panose="02000503000000020004" pitchFamily="2" charset="-78"/>
                <a:sym typeface="Helvetica Neue"/>
              </a:rPr>
              <a:t>The Economics of Data Privacy: Regulatory Uncertainty and Corporate Responses to the EU GDPR</a:t>
            </a:r>
          </a:p>
          <a:p>
            <a:pPr marL="0" marR="0" lvl="0" indent="0" algn="ctr" rtl="0">
              <a:spcBef>
                <a:spcPts val="0"/>
              </a:spcBef>
              <a:spcAft>
                <a:spcPts val="0"/>
              </a:spcAft>
              <a:buNone/>
            </a:pPr>
            <a:r>
              <a:rPr lang="en-US" sz="6000" b="1" dirty="0">
                <a:solidFill>
                  <a:schemeClr val="lt1"/>
                </a:solidFill>
                <a:latin typeface="EB Garamond" pitchFamily="2" charset="0"/>
                <a:ea typeface="EB Garamond" pitchFamily="2" charset="0"/>
                <a:cs typeface="Adelle Sans Devanagari" panose="02000503000000020004" pitchFamily="2" charset="-78"/>
                <a:sym typeface="Helvetica Neue"/>
              </a:rPr>
              <a:t>Hariaksha Gunda*, Dr. Martin </a:t>
            </a:r>
            <a:r>
              <a:rPr lang="en-US" sz="6000" b="1" dirty="0" err="1">
                <a:solidFill>
                  <a:schemeClr val="lt1"/>
                </a:solidFill>
                <a:latin typeface="EB Garamond" pitchFamily="2" charset="0"/>
                <a:ea typeface="EB Garamond" pitchFamily="2" charset="0"/>
                <a:cs typeface="Adelle Sans Devanagari" panose="02000503000000020004" pitchFamily="2" charset="-78"/>
                <a:sym typeface="Helvetica Neue"/>
              </a:rPr>
              <a:t>Kesternich</a:t>
            </a:r>
            <a:r>
              <a:rPr lang="en-US" sz="6000" b="1" dirty="0">
                <a:solidFill>
                  <a:schemeClr val="lt1"/>
                </a:solidFill>
                <a:latin typeface="EB Garamond" pitchFamily="2" charset="0"/>
                <a:ea typeface="EB Garamond" pitchFamily="2" charset="0"/>
                <a:cs typeface="Adelle Sans Devanagari" panose="02000503000000020004" pitchFamily="2" charset="-78"/>
                <a:sym typeface="Helvetica Neue"/>
              </a:rPr>
              <a:t>, Dr. Michael Price</a:t>
            </a:r>
            <a:endParaRPr lang="en-US" sz="6000" dirty="0">
              <a:latin typeface="EB Garamond" pitchFamily="2" charset="0"/>
              <a:ea typeface="EB Garamond" pitchFamily="2" charset="0"/>
              <a:cs typeface="Adelle Sans Devanagari" panose="02000503000000020004" pitchFamily="2" charset="-78"/>
            </a:endParaRPr>
          </a:p>
          <a:p>
            <a:pPr marL="0" marR="0" lvl="0" indent="0" algn="ctr" rtl="0">
              <a:spcBef>
                <a:spcPts val="0"/>
              </a:spcBef>
              <a:spcAft>
                <a:spcPts val="0"/>
              </a:spcAft>
              <a:buNone/>
            </a:pPr>
            <a:r>
              <a:rPr lang="en-US" sz="4800" b="1" i="1" dirty="0">
                <a:solidFill>
                  <a:schemeClr val="lt1"/>
                </a:solidFill>
                <a:latin typeface="EB Garamond" pitchFamily="2" charset="0"/>
                <a:ea typeface="EB Garamond" pitchFamily="2" charset="0"/>
                <a:cs typeface="Adelle Sans Devanagari" panose="02000503000000020004" pitchFamily="2" charset="-78"/>
                <a:sym typeface="Helvetica Neue"/>
              </a:rPr>
              <a:t>Department of Economics, Finance, and Legal Studies</a:t>
            </a:r>
            <a:endParaRPr sz="4800" dirty="0">
              <a:solidFill>
                <a:schemeClr val="lt1"/>
              </a:solidFill>
              <a:latin typeface="EB Garamond" pitchFamily="2" charset="0"/>
              <a:ea typeface="EB Garamond" pitchFamily="2" charset="0"/>
              <a:cs typeface="Adelle Sans Devanagari" panose="02000503000000020004" pitchFamily="2" charset="-78"/>
              <a:sym typeface="Helvetica Neue"/>
            </a:endParaRPr>
          </a:p>
        </p:txBody>
      </p:sp>
      <p:sp>
        <p:nvSpPr>
          <p:cNvPr id="98" name="Google Shape;98;p1"/>
          <p:cNvSpPr/>
          <p:nvPr/>
        </p:nvSpPr>
        <p:spPr>
          <a:xfrm>
            <a:off x="32995052" y="7593487"/>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99" name="Google Shape;99;p1"/>
          <p:cNvSpPr txBox="1"/>
          <p:nvPr/>
        </p:nvSpPr>
        <p:spPr>
          <a:xfrm>
            <a:off x="33495115" y="7621227"/>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LITERATURE AND CONTEXT</a:t>
            </a:r>
            <a:endParaRPr dirty="0"/>
          </a:p>
        </p:txBody>
      </p:sp>
      <p:sp>
        <p:nvSpPr>
          <p:cNvPr id="100" name="Google Shape;100;p1"/>
          <p:cNvSpPr/>
          <p:nvPr/>
        </p:nvSpPr>
        <p:spPr>
          <a:xfrm>
            <a:off x="12380084" y="7606393"/>
            <a:ext cx="1952244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1" name="Google Shape;101;p1"/>
          <p:cNvSpPr txBox="1"/>
          <p:nvPr/>
        </p:nvSpPr>
        <p:spPr>
          <a:xfrm>
            <a:off x="12897864" y="7663223"/>
            <a:ext cx="18355683" cy="769442"/>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DATA AND METHODS</a:t>
            </a:r>
            <a:endParaRPr dirty="0"/>
          </a:p>
        </p:txBody>
      </p:sp>
      <p:sp>
        <p:nvSpPr>
          <p:cNvPr id="104" name="Google Shape;104;p1"/>
          <p:cNvSpPr/>
          <p:nvPr/>
        </p:nvSpPr>
        <p:spPr>
          <a:xfrm>
            <a:off x="750530" y="17902607"/>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5" name="Google Shape;105;p1"/>
          <p:cNvSpPr txBox="1"/>
          <p:nvPr/>
        </p:nvSpPr>
        <p:spPr>
          <a:xfrm>
            <a:off x="1097087" y="17966536"/>
            <a:ext cx="9607873" cy="769441"/>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FUTURE RESEARCH</a:t>
            </a:r>
            <a:endParaRPr dirty="0"/>
          </a:p>
        </p:txBody>
      </p:sp>
      <p:pic>
        <p:nvPicPr>
          <p:cNvPr id="106" name="Google Shape;106;p1" descr="nameplate201_WHITE.eps"/>
          <p:cNvPicPr preferRelativeResize="0"/>
          <p:nvPr/>
        </p:nvPicPr>
        <p:blipFill rotWithShape="1">
          <a:blip r:embed="rId3">
            <a:alphaModFix/>
          </a:blip>
          <a:srcRect/>
          <a:stretch/>
        </p:blipFill>
        <p:spPr>
          <a:xfrm>
            <a:off x="33763623" y="5350030"/>
            <a:ext cx="9085603" cy="472535"/>
          </a:xfrm>
          <a:prstGeom prst="rect">
            <a:avLst/>
          </a:prstGeom>
          <a:noFill/>
          <a:ln>
            <a:noFill/>
          </a:ln>
        </p:spPr>
      </p:pic>
      <p:sp>
        <p:nvSpPr>
          <p:cNvPr id="107" name="Google Shape;107;p1"/>
          <p:cNvSpPr/>
          <p:nvPr/>
        </p:nvSpPr>
        <p:spPr>
          <a:xfrm>
            <a:off x="32999548" y="24278792"/>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08" name="Google Shape;108;p1"/>
          <p:cNvSpPr txBox="1"/>
          <p:nvPr/>
        </p:nvSpPr>
        <p:spPr>
          <a:xfrm>
            <a:off x="33000012" y="24181954"/>
            <a:ext cx="10236053" cy="914400"/>
          </a:xfrm>
          <a:prstGeom prst="rect">
            <a:avLst/>
          </a:prstGeom>
          <a:solidFill>
            <a:srgbClr val="9C23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0" u="none">
                <a:solidFill>
                  <a:schemeClr val="lt1"/>
                </a:solidFill>
                <a:latin typeface="Verdana"/>
                <a:ea typeface="Verdana"/>
                <a:cs typeface="Verdana"/>
                <a:sym typeface="Verdana"/>
              </a:rPr>
              <a:t>REFERENCES</a:t>
            </a:r>
            <a:endParaRPr/>
          </a:p>
        </p:txBody>
      </p:sp>
      <p:sp>
        <p:nvSpPr>
          <p:cNvPr id="111" name="Google Shape;111;p1"/>
          <p:cNvSpPr/>
          <p:nvPr/>
        </p:nvSpPr>
        <p:spPr>
          <a:xfrm>
            <a:off x="33182892" y="25359132"/>
            <a:ext cx="9583737" cy="7017265"/>
          </a:xfrm>
          <a:prstGeom prst="rect">
            <a:avLst/>
          </a:prstGeom>
          <a:noFill/>
          <a:ln>
            <a:noFill/>
          </a:ln>
        </p:spPr>
        <p:txBody>
          <a:bodyPr spcFirstLastPara="1" wrap="square" lIns="91425" tIns="45700" rIns="91425" bIns="45700" anchor="t" anchorCtr="0">
            <a:spAutoFit/>
          </a:bodyPr>
          <a:lstStyle/>
          <a:p>
            <a:pPr marL="914400" lvl="0" indent="-914400"/>
            <a:r>
              <a:rPr lang="en-US" sz="3000" dirty="0">
                <a:solidFill>
                  <a:schemeClr val="accent6"/>
                </a:solidFill>
                <a:latin typeface="EB Garamond" pitchFamily="2" charset="0"/>
                <a:ea typeface="EB Garamond" pitchFamily="2" charset="0"/>
                <a:cs typeface="EB Garamond"/>
                <a:sym typeface="EB Garamond"/>
              </a:rPr>
              <a:t>[1] </a:t>
            </a:r>
            <a:r>
              <a:rPr lang="en-US" sz="3000" dirty="0">
                <a:latin typeface="EB Garamond" pitchFamily="2" charset="0"/>
                <a:ea typeface="EB Garamond" pitchFamily="2" charset="0"/>
              </a:rPr>
              <a:t>Jia, Jian, Ginger Zhe Jin, and Liad Wagman. "The short-run effects of the general data protection regulation on technology venture investment." </a:t>
            </a:r>
            <a:r>
              <a:rPr lang="en-US" sz="3000" i="1" dirty="0">
                <a:latin typeface="EB Garamond" pitchFamily="2" charset="0"/>
                <a:ea typeface="EB Garamond" pitchFamily="2" charset="0"/>
              </a:rPr>
              <a:t>Marketing Science</a:t>
            </a:r>
            <a:r>
              <a:rPr lang="en-US" sz="3000" dirty="0">
                <a:latin typeface="EB Garamond" pitchFamily="2" charset="0"/>
                <a:ea typeface="EB Garamond" pitchFamily="2" charset="0"/>
              </a:rPr>
              <a:t> 40, no. 4 (2021): 661-684.</a:t>
            </a:r>
          </a:p>
          <a:p>
            <a:pPr marL="914400" lvl="0" indent="-914400"/>
            <a:r>
              <a:rPr lang="en-US" sz="3000" dirty="0">
                <a:latin typeface="EB Garamond" pitchFamily="2" charset="0"/>
                <a:ea typeface="EB Garamond" pitchFamily="2" charset="0"/>
              </a:rPr>
              <a:t>[2] Goldberg, Samuel G., Garrett A. Johnson, and Scott K. Shriver. "Regulating privacy online: An economic evaluation of the GDPR." </a:t>
            </a:r>
            <a:r>
              <a:rPr lang="en-US" sz="3000" i="1" dirty="0">
                <a:latin typeface="EB Garamond" pitchFamily="2" charset="0"/>
                <a:ea typeface="EB Garamond" pitchFamily="2" charset="0"/>
              </a:rPr>
              <a:t>American Economic Journal: Economic Policy</a:t>
            </a:r>
            <a:r>
              <a:rPr lang="en-US" sz="3000" dirty="0">
                <a:latin typeface="EB Garamond" pitchFamily="2" charset="0"/>
                <a:ea typeface="EB Garamond" pitchFamily="2" charset="0"/>
              </a:rPr>
              <a:t> 16, no. 1 (2024): 325-358.</a:t>
            </a:r>
          </a:p>
          <a:p>
            <a:pPr marL="914400" lvl="0" indent="-914400"/>
            <a:r>
              <a:rPr lang="en-US" sz="3000" dirty="0">
                <a:latin typeface="EB Garamond" pitchFamily="2" charset="0"/>
                <a:ea typeface="EB Garamond" pitchFamily="2" charset="0"/>
              </a:rPr>
              <a:t>[3] Baldwin, Robert, Martin Cave, and Martin Lodge. </a:t>
            </a:r>
            <a:r>
              <a:rPr lang="en-US" sz="3000" i="1" dirty="0">
                <a:latin typeface="EB Garamond" pitchFamily="2" charset="0"/>
                <a:ea typeface="EB Garamond" pitchFamily="2" charset="0"/>
              </a:rPr>
              <a:t>Understanding regulation: theory, strategy, and practice</a:t>
            </a:r>
            <a:r>
              <a:rPr lang="en-US" sz="3000" dirty="0">
                <a:latin typeface="EB Garamond" pitchFamily="2" charset="0"/>
                <a:ea typeface="EB Garamond" pitchFamily="2" charset="0"/>
              </a:rPr>
              <a:t>. Oxford university press, 2011.</a:t>
            </a:r>
          </a:p>
          <a:p>
            <a:pPr marL="914400" lvl="0" indent="-914400"/>
            <a:r>
              <a:rPr lang="en-US" sz="3000" dirty="0">
                <a:latin typeface="EB Garamond" pitchFamily="2" charset="0"/>
                <a:ea typeface="EB Garamond" pitchFamily="2" charset="0"/>
              </a:rPr>
              <a:t>[4] Demirer, M., Hernández, D. J. J., Li, D., &amp; Peng, S. (2024). </a:t>
            </a:r>
            <a:r>
              <a:rPr lang="en-US" sz="3000" i="1" dirty="0">
                <a:latin typeface="EB Garamond" pitchFamily="2" charset="0"/>
                <a:ea typeface="EB Garamond" pitchFamily="2" charset="0"/>
              </a:rPr>
              <a:t>Data, privacy laws and firm production: Evidence from the GDPR</a:t>
            </a:r>
            <a:r>
              <a:rPr lang="en-US" sz="3000" dirty="0">
                <a:latin typeface="EB Garamond" pitchFamily="2" charset="0"/>
                <a:ea typeface="EB Garamond" pitchFamily="2" charset="0"/>
              </a:rPr>
              <a:t> (No. w32146). National Bureau of Economic Research.</a:t>
            </a:r>
          </a:p>
        </p:txBody>
      </p:sp>
      <p:sp>
        <p:nvSpPr>
          <p:cNvPr id="133" name="Google Shape;133;p1"/>
          <p:cNvSpPr/>
          <p:nvPr/>
        </p:nvSpPr>
        <p:spPr>
          <a:xfrm>
            <a:off x="687791" y="7593487"/>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dirty="0">
              <a:solidFill>
                <a:schemeClr val="lt1"/>
              </a:solidFill>
              <a:latin typeface="Corbel"/>
              <a:ea typeface="Corbel"/>
              <a:cs typeface="Corbel"/>
              <a:sym typeface="Corbel"/>
            </a:endParaRPr>
          </a:p>
        </p:txBody>
      </p:sp>
      <p:sp>
        <p:nvSpPr>
          <p:cNvPr id="134" name="Google Shape;134;p1"/>
          <p:cNvSpPr txBox="1"/>
          <p:nvPr/>
        </p:nvSpPr>
        <p:spPr>
          <a:xfrm>
            <a:off x="1198781" y="7676949"/>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QUESTION AND SIGNIFICANCE</a:t>
            </a:r>
            <a:endParaRPr dirty="0"/>
          </a:p>
        </p:txBody>
      </p:sp>
      <p:sp>
        <p:nvSpPr>
          <p:cNvPr id="135" name="Google Shape;135;p1"/>
          <p:cNvSpPr/>
          <p:nvPr/>
        </p:nvSpPr>
        <p:spPr>
          <a:xfrm>
            <a:off x="12380084" y="16685362"/>
            <a:ext cx="1952244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36" name="Google Shape;136;p1"/>
          <p:cNvSpPr txBox="1"/>
          <p:nvPr/>
        </p:nvSpPr>
        <p:spPr>
          <a:xfrm>
            <a:off x="12897864" y="16742192"/>
            <a:ext cx="18355683" cy="769442"/>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FINDINGS</a:t>
            </a:r>
            <a:endParaRPr dirty="0"/>
          </a:p>
        </p:txBody>
      </p:sp>
      <p:sp>
        <p:nvSpPr>
          <p:cNvPr id="168" name="Google Shape;168;p1"/>
          <p:cNvSpPr/>
          <p:nvPr/>
        </p:nvSpPr>
        <p:spPr>
          <a:xfrm>
            <a:off x="906333" y="8682667"/>
            <a:ext cx="9809347" cy="8863925"/>
          </a:xfrm>
          <a:prstGeom prst="rect">
            <a:avLst/>
          </a:prstGeom>
          <a:noFill/>
          <a:ln>
            <a:noFill/>
          </a:ln>
        </p:spPr>
        <p:txBody>
          <a:bodyPr spcFirstLastPara="1" wrap="square" lIns="91425" tIns="45700" rIns="91425" bIns="45700" anchor="t" anchorCtr="0">
            <a:spAutoFit/>
          </a:bodyPr>
          <a:lstStyle/>
          <a:p>
            <a:pPr lvl="0" algn="just"/>
            <a:r>
              <a:rPr lang="en-US" sz="3000" b="1" dirty="0">
                <a:latin typeface="EB Garamond" pitchFamily="2" charset="0"/>
                <a:ea typeface="EB Garamond" pitchFamily="2" charset="0"/>
              </a:rPr>
              <a:t>How do regulatory uncertainty and compliance burden — arising from the EU General Data Protection Regulation (GDPR) — shape firm behavior, specifically with respect to AI adoption, research data sharing, and perceptions of competitive disadvantage?</a:t>
            </a:r>
          </a:p>
          <a:p>
            <a:pPr lvl="0" algn="just"/>
            <a:endParaRPr lang="en-US" sz="3000" b="1" dirty="0">
              <a:solidFill>
                <a:schemeClr val="accent6"/>
              </a:solidFill>
              <a:latin typeface="EB Garamond" pitchFamily="2" charset="0"/>
              <a:ea typeface="EB Garamond" pitchFamily="2" charset="0"/>
              <a:cs typeface="EB Garamond"/>
              <a:sym typeface="EB Garamond"/>
            </a:endParaRPr>
          </a:p>
          <a:p>
            <a:r>
              <a:rPr lang="en-US" sz="3000" b="1" dirty="0">
                <a:latin typeface="EB Garamond" pitchFamily="2" charset="0"/>
                <a:ea typeface="EB Garamond" pitchFamily="2" charset="0"/>
              </a:rPr>
              <a:t>Why It Matters:</a:t>
            </a:r>
            <a:endParaRPr lang="en-US" sz="3000" dirty="0">
              <a:latin typeface="EB Garamond" pitchFamily="2" charset="0"/>
              <a:ea typeface="EB Garamond" pitchFamily="2" charset="0"/>
            </a:endParaRPr>
          </a:p>
          <a:p>
            <a:pPr marL="457200" indent="-457200">
              <a:buFont typeface="Arial" panose="020B0604020202020204" pitchFamily="34" charset="0"/>
              <a:buChar char="•"/>
            </a:pPr>
            <a:r>
              <a:rPr lang="en-US" sz="3000" dirty="0">
                <a:latin typeface="EB Garamond" pitchFamily="2" charset="0"/>
                <a:ea typeface="EB Garamond" pitchFamily="2" charset="0"/>
              </a:rPr>
              <a:t>GDPR (effective May 2018) is the world's most consequential data privacy law, affecting millions of firms across the EU and beyond</a:t>
            </a:r>
          </a:p>
          <a:p>
            <a:pPr marL="457200" indent="-457200">
              <a:buFont typeface="Arial" panose="020B0604020202020204" pitchFamily="34" charset="0"/>
              <a:buChar char="•"/>
            </a:pPr>
            <a:r>
              <a:rPr lang="en-US" sz="3000" dirty="0">
                <a:latin typeface="EB Garamond" pitchFamily="2" charset="0"/>
                <a:ea typeface="EB Garamond" pitchFamily="2" charset="0"/>
              </a:rPr>
              <a:t>Despite 6+ years of enforcement, many firms still report significant uncertainty about how to interpret and apply its provisions</a:t>
            </a:r>
          </a:p>
          <a:p>
            <a:pPr marL="457200" indent="-457200">
              <a:buFont typeface="Arial" panose="020B0604020202020204" pitchFamily="34" charset="0"/>
              <a:buChar char="•"/>
            </a:pPr>
            <a:r>
              <a:rPr lang="en-US" sz="3000" dirty="0">
                <a:latin typeface="EB Garamond" pitchFamily="2" charset="0"/>
                <a:ea typeface="EB Garamond" pitchFamily="2" charset="0"/>
              </a:rPr>
              <a:t>Regulatory ambiguity may generate unintended costs: suppressed innovation, reduced academic-industry data collaboration, and barriers to AI deployment</a:t>
            </a:r>
          </a:p>
          <a:p>
            <a:pPr marL="457200" indent="-457200">
              <a:buFont typeface="Arial" panose="020B0604020202020204" pitchFamily="34" charset="0"/>
              <a:buChar char="•"/>
            </a:pPr>
            <a:r>
              <a:rPr lang="en-US" sz="3000" dirty="0">
                <a:latin typeface="EB Garamond" pitchFamily="2" charset="0"/>
                <a:ea typeface="EB Garamond" pitchFamily="2" charset="0"/>
              </a:rPr>
              <a:t>Understanding </a:t>
            </a:r>
            <a:r>
              <a:rPr lang="en-US" sz="3000" i="1" dirty="0">
                <a:latin typeface="EB Garamond" pitchFamily="2" charset="0"/>
                <a:ea typeface="EB Garamond" pitchFamily="2" charset="0"/>
              </a:rPr>
              <a:t>which</a:t>
            </a:r>
            <a:r>
              <a:rPr lang="en-US" sz="3000" dirty="0">
                <a:latin typeface="EB Garamond" pitchFamily="2" charset="0"/>
                <a:ea typeface="EB Garamond" pitchFamily="2" charset="0"/>
              </a:rPr>
              <a:t> firms bear these costs — and which convert compliance into competitive advantage — has direct implications for EU digital policy and competitiveness</a:t>
            </a:r>
          </a:p>
        </p:txBody>
      </p:sp>
      <p:pic>
        <p:nvPicPr>
          <p:cNvPr id="3" name="Picture 2" descr="A black and white sign with grey text&#10;&#10;Description automatically generated">
            <a:extLst>
              <a:ext uri="{FF2B5EF4-FFF2-40B4-BE49-F238E27FC236}">
                <a16:creationId xmlns:a16="http://schemas.microsoft.com/office/drawing/2014/main" id="{0F454FC8-6F81-FA71-B2C1-B7EC7489198F}"/>
              </a:ext>
            </a:extLst>
          </p:cNvPr>
          <p:cNvPicPr>
            <a:picLocks noChangeAspect="1"/>
          </p:cNvPicPr>
          <p:nvPr/>
        </p:nvPicPr>
        <p:blipFill>
          <a:blip r:embed="rId4"/>
          <a:stretch>
            <a:fillRect/>
          </a:stretch>
        </p:blipFill>
        <p:spPr>
          <a:xfrm>
            <a:off x="484225" y="4486183"/>
            <a:ext cx="6477976" cy="1769034"/>
          </a:xfrm>
          <a:prstGeom prst="rect">
            <a:avLst/>
          </a:prstGeom>
        </p:spPr>
      </p:pic>
      <p:graphicFrame>
        <p:nvGraphicFramePr>
          <p:cNvPr id="7" name="Table 6">
            <a:extLst>
              <a:ext uri="{FF2B5EF4-FFF2-40B4-BE49-F238E27FC236}">
                <a16:creationId xmlns:a16="http://schemas.microsoft.com/office/drawing/2014/main" id="{28724876-F249-7C1F-89C4-FC1BCDA651AA}"/>
              </a:ext>
            </a:extLst>
          </p:cNvPr>
          <p:cNvGraphicFramePr>
            <a:graphicFrameLocks noGrp="1"/>
          </p:cNvGraphicFramePr>
          <p:nvPr>
            <p:extLst>
              <p:ext uri="{D42A27DB-BD31-4B8C-83A1-F6EECF244321}">
                <p14:modId xmlns:p14="http://schemas.microsoft.com/office/powerpoint/2010/main" val="1266443454"/>
              </p:ext>
            </p:extLst>
          </p:nvPr>
        </p:nvGraphicFramePr>
        <p:xfrm>
          <a:off x="13166810" y="9352081"/>
          <a:ext cx="5869600" cy="6877815"/>
        </p:xfrm>
        <a:graphic>
          <a:graphicData uri="http://schemas.openxmlformats.org/drawingml/2006/table">
            <a:tbl>
              <a:tblPr firstRow="1" bandRow="1">
                <a:tableStyleId>{073A0DAA-6AF3-43AB-8588-CEC1D06C72B9}</a:tableStyleId>
              </a:tblPr>
              <a:tblGrid>
                <a:gridCol w="2934800">
                  <a:extLst>
                    <a:ext uri="{9D8B030D-6E8A-4147-A177-3AD203B41FA5}">
                      <a16:colId xmlns:a16="http://schemas.microsoft.com/office/drawing/2014/main" val="1376709011"/>
                    </a:ext>
                  </a:extLst>
                </a:gridCol>
                <a:gridCol w="2934800">
                  <a:extLst>
                    <a:ext uri="{9D8B030D-6E8A-4147-A177-3AD203B41FA5}">
                      <a16:colId xmlns:a16="http://schemas.microsoft.com/office/drawing/2014/main" val="2908749893"/>
                    </a:ext>
                  </a:extLst>
                </a:gridCol>
              </a:tblGrid>
              <a:tr h="537025">
                <a:tc gridSpan="2">
                  <a:txBody>
                    <a:bodyPr/>
                    <a:lstStyle/>
                    <a:p>
                      <a:pPr algn="ctr"/>
                      <a:r>
                        <a:rPr lang="en-US" sz="3000" b="1" dirty="0">
                          <a:latin typeface="EB Garamond" pitchFamily="2" charset="0"/>
                          <a:ea typeface="EB Garamond" pitchFamily="2" charset="0"/>
                        </a:rPr>
                        <a:t>Data Summary</a:t>
                      </a:r>
                    </a:p>
                  </a:txBody>
                  <a:tcPr/>
                </a:tc>
                <a:tc hMerge="1">
                  <a:txBody>
                    <a:bodyPr/>
                    <a:lstStyle/>
                    <a:p>
                      <a:endParaRPr lang="en-US" dirty="0"/>
                    </a:p>
                  </a:txBody>
                  <a:tcPr/>
                </a:tc>
                <a:extLst>
                  <a:ext uri="{0D108BD9-81ED-4DB2-BD59-A6C34878D82A}">
                    <a16:rowId xmlns:a16="http://schemas.microsoft.com/office/drawing/2014/main" val="3735426296"/>
                  </a:ext>
                </a:extLst>
              </a:tr>
              <a:tr h="984546">
                <a:tc>
                  <a:txBody>
                    <a:bodyPr/>
                    <a:lstStyle/>
                    <a:p>
                      <a:pPr algn="ctr"/>
                      <a:r>
                        <a:rPr lang="en-US" sz="3000" dirty="0">
                          <a:solidFill>
                            <a:schemeClr val="accent6"/>
                          </a:solidFill>
                          <a:latin typeface="EB Garamond" pitchFamily="2" charset="0"/>
                          <a:ea typeface="EB Garamond" pitchFamily="2" charset="0"/>
                        </a:rPr>
                        <a:t>Sample:</a:t>
                      </a:r>
                    </a:p>
                  </a:txBody>
                  <a:tcPr/>
                </a:tc>
                <a:tc>
                  <a:txBody>
                    <a:bodyPr/>
                    <a:lstStyle/>
                    <a:p>
                      <a:pPr algn="ctr"/>
                      <a:r>
                        <a:rPr lang="en-US" sz="3000" dirty="0">
                          <a:solidFill>
                            <a:schemeClr val="accent6"/>
                          </a:solidFill>
                          <a:latin typeface="EB Garamond" pitchFamily="2" charset="0"/>
                          <a:ea typeface="EB Garamond" pitchFamily="2" charset="0"/>
                        </a:rPr>
                        <a:t>637 German firms</a:t>
                      </a:r>
                    </a:p>
                  </a:txBody>
                  <a:tcPr/>
                </a:tc>
                <a:extLst>
                  <a:ext uri="{0D108BD9-81ED-4DB2-BD59-A6C34878D82A}">
                    <a16:rowId xmlns:a16="http://schemas.microsoft.com/office/drawing/2014/main" val="2381442957"/>
                  </a:ext>
                </a:extLst>
              </a:tr>
              <a:tr h="984546">
                <a:tc>
                  <a:txBody>
                    <a:bodyPr/>
                    <a:lstStyle/>
                    <a:p>
                      <a:pPr algn="ctr"/>
                      <a:r>
                        <a:rPr lang="en-US" sz="3000" dirty="0">
                          <a:solidFill>
                            <a:schemeClr val="accent6"/>
                          </a:solidFill>
                          <a:latin typeface="EB Garamond" pitchFamily="2" charset="0"/>
                          <a:ea typeface="EB Garamond" pitchFamily="2" charset="0"/>
                        </a:rPr>
                        <a:t>Source:</a:t>
                      </a:r>
                    </a:p>
                  </a:txBody>
                  <a:tcPr/>
                </a:tc>
                <a:tc>
                  <a:txBody>
                    <a:bodyPr/>
                    <a:lstStyle/>
                    <a:p>
                      <a:pPr algn="ctr"/>
                      <a:r>
                        <a:rPr lang="en-US" sz="3000" dirty="0">
                          <a:solidFill>
                            <a:schemeClr val="accent6"/>
                          </a:solidFill>
                          <a:latin typeface="EB Garamond" pitchFamily="2" charset="0"/>
                          <a:ea typeface="EB Garamond" pitchFamily="2" charset="0"/>
                        </a:rPr>
                        <a:t>ZEW Business Survey, Q1 2024</a:t>
                      </a:r>
                    </a:p>
                  </a:txBody>
                  <a:tcPr/>
                </a:tc>
                <a:extLst>
                  <a:ext uri="{0D108BD9-81ED-4DB2-BD59-A6C34878D82A}">
                    <a16:rowId xmlns:a16="http://schemas.microsoft.com/office/drawing/2014/main" val="2322771499"/>
                  </a:ext>
                </a:extLst>
              </a:tr>
              <a:tr h="2327109">
                <a:tc>
                  <a:txBody>
                    <a:bodyPr/>
                    <a:lstStyle/>
                    <a:p>
                      <a:pPr algn="ctr"/>
                      <a:r>
                        <a:rPr lang="en-US" sz="3000" dirty="0">
                          <a:solidFill>
                            <a:schemeClr val="accent6"/>
                          </a:solidFill>
                          <a:latin typeface="EB Garamond" pitchFamily="2" charset="0"/>
                          <a:ea typeface="EB Garamond" pitchFamily="2" charset="0"/>
                        </a:rPr>
                        <a:t>Sectors:</a:t>
                      </a:r>
                    </a:p>
                  </a:txBody>
                  <a:tcPr/>
                </a:tc>
                <a:tc>
                  <a:txBody>
                    <a:bodyPr/>
                    <a:lstStyle/>
                    <a:p>
                      <a:pPr algn="ctr"/>
                      <a:r>
                        <a:rPr lang="en-US" sz="3000" dirty="0">
                          <a:solidFill>
                            <a:schemeClr val="accent6"/>
                          </a:solidFill>
                          <a:latin typeface="EB Garamond" pitchFamily="2" charset="0"/>
                          <a:ea typeface="EB Garamond" pitchFamily="2" charset="0"/>
                        </a:rPr>
                        <a:t>ICT, Knowledge-intensive services, Manufacturing</a:t>
                      </a:r>
                    </a:p>
                  </a:txBody>
                  <a:tcPr/>
                </a:tc>
                <a:extLst>
                  <a:ext uri="{0D108BD9-81ED-4DB2-BD59-A6C34878D82A}">
                    <a16:rowId xmlns:a16="http://schemas.microsoft.com/office/drawing/2014/main" val="2000390060"/>
                  </a:ext>
                </a:extLst>
              </a:tr>
              <a:tr h="984546">
                <a:tc>
                  <a:txBody>
                    <a:bodyPr/>
                    <a:lstStyle/>
                    <a:p>
                      <a:pPr algn="ctr"/>
                      <a:r>
                        <a:rPr lang="en-US" sz="3000" dirty="0">
                          <a:solidFill>
                            <a:schemeClr val="accent6"/>
                          </a:solidFill>
                          <a:latin typeface="EB Garamond" pitchFamily="2" charset="0"/>
                          <a:ea typeface="EB Garamond" pitchFamily="2" charset="0"/>
                        </a:rPr>
                        <a:t>Size:</a:t>
                      </a:r>
                    </a:p>
                  </a:txBody>
                  <a:tcPr/>
                </a:tc>
                <a:tc>
                  <a:txBody>
                    <a:bodyPr/>
                    <a:lstStyle/>
                    <a:p>
                      <a:pPr algn="ctr"/>
                      <a:r>
                        <a:rPr lang="en-US" sz="3000" dirty="0">
                          <a:solidFill>
                            <a:schemeClr val="accent6"/>
                          </a:solidFill>
                          <a:latin typeface="EB Garamond" pitchFamily="2" charset="0"/>
                          <a:ea typeface="EB Garamond" pitchFamily="2" charset="0"/>
                        </a:rPr>
                        <a:t>5 to 1,000+ employees</a:t>
                      </a:r>
                    </a:p>
                  </a:txBody>
                  <a:tcPr/>
                </a:tc>
                <a:extLst>
                  <a:ext uri="{0D108BD9-81ED-4DB2-BD59-A6C34878D82A}">
                    <a16:rowId xmlns:a16="http://schemas.microsoft.com/office/drawing/2014/main" val="3963664289"/>
                  </a:ext>
                </a:extLst>
              </a:tr>
              <a:tr h="984546">
                <a:tc>
                  <a:txBody>
                    <a:bodyPr/>
                    <a:lstStyle/>
                    <a:p>
                      <a:pPr algn="ctr"/>
                      <a:r>
                        <a:rPr lang="en-US" sz="3000" dirty="0">
                          <a:solidFill>
                            <a:schemeClr val="accent6"/>
                          </a:solidFill>
                          <a:latin typeface="EB Garamond" pitchFamily="2" charset="0"/>
                          <a:ea typeface="EB Garamond" pitchFamily="2" charset="0"/>
                        </a:rPr>
                        <a:t>Weights</a:t>
                      </a:r>
                    </a:p>
                  </a:txBody>
                  <a:tcPr/>
                </a:tc>
                <a:tc>
                  <a:txBody>
                    <a:bodyPr/>
                    <a:lstStyle/>
                    <a:p>
                      <a:pPr algn="ctr"/>
                      <a:r>
                        <a:rPr lang="en-US" sz="3000" dirty="0">
                          <a:solidFill>
                            <a:schemeClr val="accent6"/>
                          </a:solidFill>
                          <a:latin typeface="EB Garamond" pitchFamily="2" charset="0"/>
                          <a:ea typeface="EB Garamond" pitchFamily="2" charset="0"/>
                        </a:rPr>
                        <a:t>Analytic survey weights (WLS)</a:t>
                      </a:r>
                    </a:p>
                  </a:txBody>
                  <a:tcPr/>
                </a:tc>
                <a:extLst>
                  <a:ext uri="{0D108BD9-81ED-4DB2-BD59-A6C34878D82A}">
                    <a16:rowId xmlns:a16="http://schemas.microsoft.com/office/drawing/2014/main" val="778236298"/>
                  </a:ext>
                </a:extLst>
              </a:tr>
            </a:tbl>
          </a:graphicData>
        </a:graphic>
      </p:graphicFrame>
      <p:sp>
        <p:nvSpPr>
          <p:cNvPr id="8" name="Google Shape;91;p1">
            <a:extLst>
              <a:ext uri="{FF2B5EF4-FFF2-40B4-BE49-F238E27FC236}">
                <a16:creationId xmlns:a16="http://schemas.microsoft.com/office/drawing/2014/main" id="{830DBFD4-B51A-608D-8CF1-49CCA001F122}"/>
              </a:ext>
            </a:extLst>
          </p:cNvPr>
          <p:cNvSpPr txBox="1"/>
          <p:nvPr/>
        </p:nvSpPr>
        <p:spPr>
          <a:xfrm>
            <a:off x="19745325" y="8971215"/>
            <a:ext cx="11715750" cy="7478930"/>
          </a:xfrm>
          <a:prstGeom prst="rect">
            <a:avLst/>
          </a:prstGeom>
          <a:noFill/>
          <a:ln>
            <a:noFill/>
          </a:ln>
        </p:spPr>
        <p:txBody>
          <a:bodyPr spcFirstLastPara="1" wrap="square" lIns="91425" tIns="45700" rIns="91425" bIns="45700" anchor="t" anchorCtr="0">
            <a:spAutoFit/>
          </a:bodyPr>
          <a:lstStyle/>
          <a:p>
            <a:r>
              <a:rPr lang="en-US" sz="3000" b="1" dirty="0">
                <a:latin typeface="EB Garamond" pitchFamily="2" charset="0"/>
                <a:ea typeface="EB Garamond" pitchFamily="2" charset="0"/>
              </a:rPr>
              <a:t>Outcome variables (8 binary outcomes):</a:t>
            </a:r>
          </a:p>
          <a:p>
            <a:pPr marL="457200" indent="-457200">
              <a:buFont typeface="Arial" panose="020B0604020202020204" pitchFamily="34" charset="0"/>
              <a:buChar char="•"/>
            </a:pPr>
            <a:r>
              <a:rPr lang="en-US" sz="3000" dirty="0">
                <a:latin typeface="EB Garamond" pitchFamily="2" charset="0"/>
                <a:ea typeface="EB Garamond" pitchFamily="2" charset="0"/>
              </a:rPr>
              <a:t>AI adoption barrier (</a:t>
            </a:r>
            <a:r>
              <a:rPr lang="en-US" sz="3000" dirty="0" err="1">
                <a:latin typeface="EB Garamond" pitchFamily="2" charset="0"/>
                <a:ea typeface="EB Garamond" pitchFamily="2" charset="0"/>
              </a:rPr>
              <a:t>a_ki</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Innovation slowdown (</a:t>
            </a:r>
            <a:r>
              <a:rPr lang="en-US" sz="3000" dirty="0" err="1">
                <a:latin typeface="EB Garamond" pitchFamily="2" charset="0"/>
                <a:ea typeface="EB Garamond" pitchFamily="2" charset="0"/>
              </a:rPr>
              <a:t>a_inno</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Research data sharing reduction (</a:t>
            </a:r>
            <a:r>
              <a:rPr lang="en-US" sz="3000" dirty="0" err="1">
                <a:latin typeface="EB Garamond" pitchFamily="2" charset="0"/>
                <a:ea typeface="EB Garamond" pitchFamily="2" charset="0"/>
              </a:rPr>
              <a:t>a_forsch</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Process standardization (</a:t>
            </a:r>
            <a:r>
              <a:rPr lang="en-US" sz="3000" dirty="0" err="1">
                <a:latin typeface="EB Garamond" pitchFamily="2" charset="0"/>
                <a:ea typeface="EB Garamond" pitchFamily="2" charset="0"/>
              </a:rPr>
              <a:t>a_stand</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Process optimization (</a:t>
            </a:r>
            <a:r>
              <a:rPr lang="en-US" sz="3000" dirty="0" err="1">
                <a:latin typeface="EB Garamond" pitchFamily="2" charset="0"/>
                <a:ea typeface="EB Garamond" pitchFamily="2" charset="0"/>
              </a:rPr>
              <a:t>a_proz</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Business threat perception (</a:t>
            </a:r>
            <a:r>
              <a:rPr lang="en-US" sz="3000" dirty="0" err="1">
                <a:latin typeface="EB Garamond" pitchFamily="2" charset="0"/>
                <a:ea typeface="EB Garamond" pitchFamily="2" charset="0"/>
              </a:rPr>
              <a:t>a_gefahr</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Competitive disadvantage (</a:t>
            </a:r>
            <a:r>
              <a:rPr lang="en-US" sz="3000" dirty="0" err="1">
                <a:latin typeface="EB Garamond" pitchFamily="2" charset="0"/>
                <a:ea typeface="EB Garamond" pitchFamily="2" charset="0"/>
              </a:rPr>
              <a:t>a_nachteil</a:t>
            </a:r>
            <a:r>
              <a:rPr lang="en-US" sz="3000" dirty="0">
                <a:latin typeface="EB Garamond" pitchFamily="2" charset="0"/>
                <a:ea typeface="EB Garamond" pitchFamily="2" charset="0"/>
              </a:rPr>
              <a:t>) </a:t>
            </a:r>
          </a:p>
          <a:p>
            <a:pPr marL="457200" indent="-457200">
              <a:buFont typeface="Arial" panose="020B0604020202020204" pitchFamily="34" charset="0"/>
              <a:buChar char="•"/>
            </a:pPr>
            <a:r>
              <a:rPr lang="en-US" sz="3000" dirty="0">
                <a:latin typeface="EB Garamond" pitchFamily="2" charset="0"/>
                <a:ea typeface="EB Garamond" pitchFamily="2" charset="0"/>
              </a:rPr>
              <a:t>Customer trust increase (</a:t>
            </a:r>
            <a:r>
              <a:rPr lang="en-US" sz="3000" dirty="0" err="1">
                <a:latin typeface="EB Garamond" pitchFamily="2" charset="0"/>
                <a:ea typeface="EB Garamond" pitchFamily="2" charset="0"/>
              </a:rPr>
              <a:t>a_vertrau</a:t>
            </a:r>
            <a:r>
              <a:rPr lang="en-US" sz="3000" dirty="0">
                <a:latin typeface="EB Garamond" pitchFamily="2" charset="0"/>
                <a:ea typeface="EB Garamond" pitchFamily="2" charset="0"/>
              </a:rPr>
              <a:t>)</a:t>
            </a:r>
          </a:p>
          <a:p>
            <a:pPr marL="457200" indent="-457200">
              <a:buFont typeface="Arial" panose="020B0604020202020204" pitchFamily="34" charset="0"/>
              <a:buChar char="•"/>
            </a:pPr>
            <a:endParaRPr lang="en-US" sz="3000" dirty="0">
              <a:latin typeface="EB Garamond" pitchFamily="2" charset="0"/>
              <a:ea typeface="EB Garamond" pitchFamily="2" charset="0"/>
            </a:endParaRPr>
          </a:p>
          <a:p>
            <a:r>
              <a:rPr lang="en-US" sz="3000" b="1" dirty="0">
                <a:latin typeface="EB Garamond" pitchFamily="2" charset="0"/>
                <a:ea typeface="EB Garamond" pitchFamily="2" charset="0"/>
              </a:rPr>
              <a:t>Key Regressors</a:t>
            </a:r>
            <a:r>
              <a:rPr lang="en-US" sz="3000" dirty="0">
                <a:latin typeface="EB Garamond" pitchFamily="2" charset="0"/>
                <a:ea typeface="EB Garamond" pitchFamily="2" charset="0"/>
              </a:rPr>
              <a:t>: Uncertainty, Compliance burden, Opportunity orientation</a:t>
            </a:r>
          </a:p>
          <a:p>
            <a:pPr marL="457200" indent="-457200">
              <a:buFont typeface="Arial" panose="020B0604020202020204" pitchFamily="34" charset="0"/>
              <a:buChar char="•"/>
            </a:pPr>
            <a:endParaRPr lang="en-US" sz="3000" dirty="0">
              <a:latin typeface="EB Garamond" pitchFamily="2" charset="0"/>
              <a:ea typeface="EB Garamond" pitchFamily="2" charset="0"/>
            </a:endParaRPr>
          </a:p>
          <a:p>
            <a:r>
              <a:rPr lang="en-US" sz="3000" b="1" dirty="0">
                <a:latin typeface="EB Garamond" pitchFamily="2" charset="0"/>
                <a:ea typeface="EB Garamond" pitchFamily="2" charset="0"/>
              </a:rPr>
              <a:t>Controls</a:t>
            </a:r>
            <a:r>
              <a:rPr lang="en-US" sz="3000" dirty="0">
                <a:latin typeface="EB Garamond" pitchFamily="2" charset="0"/>
                <a:ea typeface="EB Garamond" pitchFamily="2" charset="0"/>
              </a:rPr>
              <a:t>: firm size, sector, data usage importance, customer privacy, sensitivity, data sharing behavior</a:t>
            </a:r>
          </a:p>
          <a:p>
            <a:endParaRPr lang="en-US" sz="3000" dirty="0">
              <a:latin typeface="EB Garamond" pitchFamily="2" charset="0"/>
              <a:ea typeface="EB Garamond" pitchFamily="2" charset="0"/>
            </a:endParaRPr>
          </a:p>
          <a:p>
            <a:r>
              <a:rPr lang="en-US" sz="3000" b="1" dirty="0">
                <a:latin typeface="EB Garamond" pitchFamily="2" charset="0"/>
                <a:ea typeface="EB Garamond" pitchFamily="2" charset="0"/>
              </a:rPr>
              <a:t>Model</a:t>
            </a:r>
            <a:r>
              <a:rPr lang="en-US" sz="3000" dirty="0">
                <a:latin typeface="EB Garamond" pitchFamily="2" charset="0"/>
                <a:ea typeface="EB Garamond" pitchFamily="2" charset="0"/>
              </a:rPr>
              <a:t>: Weighted Linear Probability Model (LPM), HC1 robust SEs</a:t>
            </a:r>
          </a:p>
        </p:txBody>
      </p:sp>
      <p:sp>
        <p:nvSpPr>
          <p:cNvPr id="9" name="TextBox 8">
            <a:extLst>
              <a:ext uri="{FF2B5EF4-FFF2-40B4-BE49-F238E27FC236}">
                <a16:creationId xmlns:a16="http://schemas.microsoft.com/office/drawing/2014/main" id="{92EF756F-0BBA-5CD2-ED7C-4D14A1911BAC}"/>
              </a:ext>
            </a:extLst>
          </p:cNvPr>
          <p:cNvSpPr txBox="1"/>
          <p:nvPr/>
        </p:nvSpPr>
        <p:spPr>
          <a:xfrm>
            <a:off x="12725653" y="28307804"/>
            <a:ext cx="5598923" cy="3323987"/>
          </a:xfrm>
          <a:prstGeom prst="rect">
            <a:avLst/>
          </a:prstGeom>
          <a:noFill/>
          <a:ln w="28575">
            <a:solidFill>
              <a:schemeClr val="tx2"/>
            </a:solidFill>
          </a:ln>
        </p:spPr>
        <p:txBody>
          <a:bodyPr wrap="square" rtlCol="0">
            <a:spAutoFit/>
          </a:bodyPr>
          <a:lstStyle/>
          <a:p>
            <a:pPr algn="ctr"/>
            <a:endParaRPr lang="en-US" sz="3000" b="1" dirty="0">
              <a:solidFill>
                <a:schemeClr val="accent6"/>
              </a:solidFill>
              <a:latin typeface="EB Garamond" pitchFamily="2" charset="0"/>
              <a:ea typeface="EB Garamond" pitchFamily="2" charset="0"/>
            </a:endParaRPr>
          </a:p>
          <a:p>
            <a:pPr algn="ctr"/>
            <a:r>
              <a:rPr lang="en-US" sz="3000" b="1" dirty="0">
                <a:solidFill>
                  <a:schemeClr val="accent6"/>
                </a:solidFill>
                <a:latin typeface="EB Garamond" pitchFamily="2" charset="0"/>
                <a:ea typeface="EB Garamond" pitchFamily="2" charset="0"/>
              </a:rPr>
              <a:t>Uncertainty</a:t>
            </a:r>
          </a:p>
          <a:p>
            <a:pPr algn="ctr"/>
            <a:endParaRPr lang="en-US" sz="3000" b="1" dirty="0">
              <a:solidFill>
                <a:schemeClr val="accent6"/>
              </a:solidFill>
              <a:latin typeface="EB Garamond" pitchFamily="2" charset="0"/>
              <a:ea typeface="EB Garamond" pitchFamily="2" charset="0"/>
            </a:endParaRPr>
          </a:p>
          <a:p>
            <a:pPr marL="457200" indent="-457200" algn="ctr">
              <a:buFont typeface="Arial" panose="020B0604020202020204" pitchFamily="34" charset="0"/>
              <a:buChar char="•"/>
            </a:pPr>
            <a:r>
              <a:rPr lang="en-US" sz="3000" dirty="0">
                <a:solidFill>
                  <a:schemeClr val="accent6"/>
                </a:solidFill>
                <a:latin typeface="EB Garamond" pitchFamily="2" charset="0"/>
                <a:ea typeface="EB Garamond" pitchFamily="2" charset="0"/>
              </a:rPr>
              <a:t>Drives legal paralysis</a:t>
            </a:r>
          </a:p>
          <a:p>
            <a:pPr marL="457200" indent="-457200" algn="ctr">
              <a:buFont typeface="Arial" panose="020B0604020202020204" pitchFamily="34" charset="0"/>
              <a:buChar char="•"/>
            </a:pPr>
            <a:r>
              <a:rPr lang="en-US" sz="3000" dirty="0">
                <a:solidFill>
                  <a:schemeClr val="accent6"/>
                </a:solidFill>
                <a:latin typeface="EB Garamond" pitchFamily="2" charset="0"/>
                <a:ea typeface="EB Garamond" pitchFamily="2" charset="0"/>
              </a:rPr>
              <a:t>Reduces AI adoption</a:t>
            </a:r>
          </a:p>
          <a:p>
            <a:pPr marL="457200" indent="-457200" algn="ctr">
              <a:buFont typeface="Arial" panose="020B0604020202020204" pitchFamily="34" charset="0"/>
              <a:buChar char="•"/>
            </a:pPr>
            <a:r>
              <a:rPr lang="en-US" sz="3000" dirty="0">
                <a:solidFill>
                  <a:schemeClr val="accent6"/>
                </a:solidFill>
                <a:latin typeface="EB Garamond" pitchFamily="2" charset="0"/>
                <a:ea typeface="EB Garamond" pitchFamily="2" charset="0"/>
              </a:rPr>
              <a:t>Reduces data sharing</a:t>
            </a:r>
          </a:p>
          <a:p>
            <a:pPr algn="ctr"/>
            <a:endParaRPr lang="en-US" sz="3000" dirty="0">
              <a:solidFill>
                <a:schemeClr val="accent6"/>
              </a:solidFill>
              <a:latin typeface="EB Garamond" pitchFamily="2" charset="0"/>
              <a:ea typeface="EB Garamond" pitchFamily="2" charset="0"/>
            </a:endParaRPr>
          </a:p>
        </p:txBody>
      </p:sp>
      <p:sp>
        <p:nvSpPr>
          <p:cNvPr id="10" name="TextBox 9">
            <a:extLst>
              <a:ext uri="{FF2B5EF4-FFF2-40B4-BE49-F238E27FC236}">
                <a16:creationId xmlns:a16="http://schemas.microsoft.com/office/drawing/2014/main" id="{756B2ED8-489E-FB9A-EA1C-11EE621B6B1A}"/>
              </a:ext>
            </a:extLst>
          </p:cNvPr>
          <p:cNvSpPr txBox="1"/>
          <p:nvPr/>
        </p:nvSpPr>
        <p:spPr>
          <a:xfrm>
            <a:off x="19036410" y="28307804"/>
            <a:ext cx="5598923" cy="3323987"/>
          </a:xfrm>
          <a:prstGeom prst="rect">
            <a:avLst/>
          </a:prstGeom>
          <a:noFill/>
          <a:ln w="28575">
            <a:solidFill>
              <a:schemeClr val="tx2"/>
            </a:solidFill>
          </a:ln>
        </p:spPr>
        <p:txBody>
          <a:bodyPr wrap="square" rtlCol="0">
            <a:spAutoFit/>
          </a:bodyPr>
          <a:lstStyle/>
          <a:p>
            <a:pPr algn="ctr"/>
            <a:endParaRPr lang="en-US" sz="3000" b="1" dirty="0">
              <a:solidFill>
                <a:schemeClr val="accent6"/>
              </a:solidFill>
              <a:latin typeface="EB Garamond" pitchFamily="2" charset="0"/>
              <a:ea typeface="EB Garamond" pitchFamily="2" charset="0"/>
            </a:endParaRPr>
          </a:p>
          <a:p>
            <a:pPr algn="ctr"/>
            <a:r>
              <a:rPr lang="en-US" sz="3000" b="1" dirty="0">
                <a:solidFill>
                  <a:schemeClr val="accent6"/>
                </a:solidFill>
                <a:latin typeface="EB Garamond" pitchFamily="2" charset="0"/>
                <a:ea typeface="EB Garamond" pitchFamily="2" charset="0"/>
              </a:rPr>
              <a:t>Burden</a:t>
            </a:r>
          </a:p>
          <a:p>
            <a:pPr algn="ctr"/>
            <a:endParaRPr lang="en-US" sz="3000" b="1" dirty="0">
              <a:solidFill>
                <a:schemeClr val="accent6"/>
              </a:solidFill>
              <a:latin typeface="EB Garamond" pitchFamily="2" charset="0"/>
              <a:ea typeface="EB Garamond" pitchFamily="2" charset="0"/>
            </a:endParaRPr>
          </a:p>
          <a:p>
            <a:pPr marL="457200" indent="-457200" algn="ctr">
              <a:buFont typeface="Arial" panose="020B0604020202020204" pitchFamily="34" charset="0"/>
              <a:buChar char="•"/>
            </a:pPr>
            <a:r>
              <a:rPr lang="en-US" sz="3000" dirty="0">
                <a:solidFill>
                  <a:schemeClr val="accent6"/>
                </a:solidFill>
                <a:latin typeface="EB Garamond" pitchFamily="2" charset="0"/>
                <a:ea typeface="EB Garamond" pitchFamily="2" charset="0"/>
              </a:rPr>
              <a:t>Suppresses AI and innovation</a:t>
            </a:r>
          </a:p>
          <a:p>
            <a:pPr marL="457200" indent="-457200" algn="ctr">
              <a:buFont typeface="Arial" panose="020B0604020202020204" pitchFamily="34" charset="0"/>
              <a:buChar char="•"/>
            </a:pPr>
            <a:r>
              <a:rPr lang="en-US" sz="3000" dirty="0">
                <a:solidFill>
                  <a:schemeClr val="accent6"/>
                </a:solidFill>
                <a:latin typeface="EB Garamond" pitchFamily="2" charset="0"/>
                <a:ea typeface="EB Garamond" pitchFamily="2" charset="0"/>
              </a:rPr>
              <a:t>Adds perceived competitive disadvantage for EU firms</a:t>
            </a:r>
          </a:p>
          <a:p>
            <a:pPr marL="457200" indent="-457200" algn="ctr">
              <a:buFont typeface="Arial" panose="020B0604020202020204" pitchFamily="34" charset="0"/>
              <a:buChar char="•"/>
            </a:pPr>
            <a:endParaRPr lang="en-US" sz="3000" dirty="0">
              <a:solidFill>
                <a:schemeClr val="accent6"/>
              </a:solidFill>
              <a:latin typeface="EB Garamond" pitchFamily="2" charset="0"/>
              <a:ea typeface="EB Garamond" pitchFamily="2" charset="0"/>
            </a:endParaRPr>
          </a:p>
        </p:txBody>
      </p:sp>
      <p:sp>
        <p:nvSpPr>
          <p:cNvPr id="11" name="TextBox 10">
            <a:extLst>
              <a:ext uri="{FF2B5EF4-FFF2-40B4-BE49-F238E27FC236}">
                <a16:creationId xmlns:a16="http://schemas.microsoft.com/office/drawing/2014/main" id="{01E7C330-57D5-6AC6-C3FC-7663EDE62494}"/>
              </a:ext>
            </a:extLst>
          </p:cNvPr>
          <p:cNvSpPr txBox="1"/>
          <p:nvPr/>
        </p:nvSpPr>
        <p:spPr>
          <a:xfrm>
            <a:off x="25435337" y="28307804"/>
            <a:ext cx="6025738" cy="3323987"/>
          </a:xfrm>
          <a:prstGeom prst="rect">
            <a:avLst/>
          </a:prstGeom>
          <a:noFill/>
          <a:ln w="28575">
            <a:solidFill>
              <a:schemeClr val="tx2"/>
            </a:solidFill>
          </a:ln>
        </p:spPr>
        <p:txBody>
          <a:bodyPr wrap="square" rtlCol="0">
            <a:spAutoFit/>
          </a:bodyPr>
          <a:lstStyle/>
          <a:p>
            <a:pPr algn="ctr"/>
            <a:endParaRPr lang="en-US" sz="3000" b="1" dirty="0">
              <a:solidFill>
                <a:schemeClr val="accent6"/>
              </a:solidFill>
              <a:latin typeface="EB Garamond" pitchFamily="2" charset="0"/>
              <a:ea typeface="EB Garamond" pitchFamily="2" charset="0"/>
            </a:endParaRPr>
          </a:p>
          <a:p>
            <a:pPr algn="ctr"/>
            <a:r>
              <a:rPr lang="en-US" sz="3000" b="1" dirty="0">
                <a:solidFill>
                  <a:schemeClr val="accent6"/>
                </a:solidFill>
                <a:latin typeface="EB Garamond" pitchFamily="2" charset="0"/>
                <a:ea typeface="EB Garamond" pitchFamily="2" charset="0"/>
              </a:rPr>
              <a:t>Opportunity</a:t>
            </a:r>
          </a:p>
          <a:p>
            <a:pPr algn="ctr"/>
            <a:endParaRPr lang="en-US" sz="3000" b="1" dirty="0">
              <a:solidFill>
                <a:schemeClr val="accent6"/>
              </a:solidFill>
              <a:latin typeface="EB Garamond" pitchFamily="2" charset="0"/>
              <a:ea typeface="EB Garamond" pitchFamily="2" charset="0"/>
            </a:endParaRPr>
          </a:p>
          <a:p>
            <a:pPr marL="457200" indent="-457200" algn="ctr">
              <a:buFont typeface="Arial" panose="020B0604020202020204" pitchFamily="34" charset="0"/>
              <a:buChar char="•"/>
            </a:pPr>
            <a:r>
              <a:rPr lang="en-US" sz="3000" dirty="0">
                <a:solidFill>
                  <a:schemeClr val="accent6"/>
                </a:solidFill>
                <a:latin typeface="EB Garamond" pitchFamily="2" charset="0"/>
                <a:ea typeface="EB Garamond" pitchFamily="2" charset="0"/>
              </a:rPr>
              <a:t>Converts GDPR into process improvements and customer trust gains</a:t>
            </a:r>
          </a:p>
          <a:p>
            <a:pPr marL="457200" indent="-457200" algn="ctr">
              <a:buFont typeface="Arial" panose="020B0604020202020204" pitchFamily="34" charset="0"/>
              <a:buChar char="•"/>
            </a:pPr>
            <a:endParaRPr lang="en-US" sz="3000" dirty="0">
              <a:solidFill>
                <a:schemeClr val="accent6"/>
              </a:solidFill>
              <a:latin typeface="EB Garamond" pitchFamily="2" charset="0"/>
              <a:ea typeface="EB Garamond" pitchFamily="2" charset="0"/>
            </a:endParaRPr>
          </a:p>
        </p:txBody>
      </p:sp>
      <p:pic>
        <p:nvPicPr>
          <p:cNvPr id="14" name="Picture 13" descr="A graph with colorful lines&#10;&#10;AI-generated content may be incorrect.">
            <a:extLst>
              <a:ext uri="{FF2B5EF4-FFF2-40B4-BE49-F238E27FC236}">
                <a16:creationId xmlns:a16="http://schemas.microsoft.com/office/drawing/2014/main" id="{E46E74DE-B421-B1DB-196D-1CAB2282C3DA}"/>
              </a:ext>
            </a:extLst>
          </p:cNvPr>
          <p:cNvPicPr>
            <a:picLocks noChangeAspect="1"/>
          </p:cNvPicPr>
          <p:nvPr/>
        </p:nvPicPr>
        <p:blipFill>
          <a:blip r:embed="rId5"/>
          <a:stretch>
            <a:fillRect/>
          </a:stretch>
        </p:blipFill>
        <p:spPr>
          <a:xfrm>
            <a:off x="11358611" y="18735977"/>
            <a:ext cx="21434187" cy="7891445"/>
          </a:xfrm>
          <a:prstGeom prst="rect">
            <a:avLst/>
          </a:prstGeom>
        </p:spPr>
      </p:pic>
      <p:sp>
        <p:nvSpPr>
          <p:cNvPr id="15" name="Google Shape;98;p1">
            <a:extLst>
              <a:ext uri="{FF2B5EF4-FFF2-40B4-BE49-F238E27FC236}">
                <a16:creationId xmlns:a16="http://schemas.microsoft.com/office/drawing/2014/main" id="{F60F2BDC-4018-D770-7846-6665609DAF05}"/>
              </a:ext>
            </a:extLst>
          </p:cNvPr>
          <p:cNvSpPr/>
          <p:nvPr/>
        </p:nvSpPr>
        <p:spPr>
          <a:xfrm>
            <a:off x="32994785" y="16819014"/>
            <a:ext cx="10241280" cy="914400"/>
          </a:xfrm>
          <a:prstGeom prst="rect">
            <a:avLst/>
          </a:prstGeom>
          <a:solidFill>
            <a:srgbClr val="9C2334"/>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orbel"/>
              <a:ea typeface="Corbel"/>
              <a:cs typeface="Corbel"/>
              <a:sym typeface="Corbel"/>
            </a:endParaRPr>
          </a:p>
        </p:txBody>
      </p:sp>
      <p:sp>
        <p:nvSpPr>
          <p:cNvPr id="16" name="Google Shape;99;p1">
            <a:extLst>
              <a:ext uri="{FF2B5EF4-FFF2-40B4-BE49-F238E27FC236}">
                <a16:creationId xmlns:a16="http://schemas.microsoft.com/office/drawing/2014/main" id="{682F1A71-0B46-7E04-8B0D-E92D917112B8}"/>
              </a:ext>
            </a:extLst>
          </p:cNvPr>
          <p:cNvSpPr txBox="1"/>
          <p:nvPr/>
        </p:nvSpPr>
        <p:spPr>
          <a:xfrm>
            <a:off x="33494848" y="16846754"/>
            <a:ext cx="9083675" cy="769938"/>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lt1"/>
                </a:solidFill>
                <a:latin typeface="Verdana"/>
                <a:ea typeface="Verdana"/>
                <a:cs typeface="Verdana"/>
                <a:sym typeface="Verdana"/>
              </a:rPr>
              <a:t>THEORETICAL FRAMEWORK</a:t>
            </a:r>
            <a:endParaRPr dirty="0"/>
          </a:p>
        </p:txBody>
      </p:sp>
      <p:sp>
        <p:nvSpPr>
          <p:cNvPr id="17" name="Google Shape;91;p1">
            <a:extLst>
              <a:ext uri="{FF2B5EF4-FFF2-40B4-BE49-F238E27FC236}">
                <a16:creationId xmlns:a16="http://schemas.microsoft.com/office/drawing/2014/main" id="{782B9A74-2B29-DF8E-B98E-62ECC8EFDEBF}"/>
              </a:ext>
            </a:extLst>
          </p:cNvPr>
          <p:cNvSpPr txBox="1"/>
          <p:nvPr/>
        </p:nvSpPr>
        <p:spPr>
          <a:xfrm>
            <a:off x="33027245" y="18046884"/>
            <a:ext cx="10018879" cy="2400617"/>
          </a:xfrm>
          <a:prstGeom prst="rect">
            <a:avLst/>
          </a:prstGeom>
          <a:noFill/>
          <a:ln w="28575">
            <a:solidFill>
              <a:schemeClr val="tx1"/>
            </a:solidFill>
          </a:ln>
        </p:spPr>
        <p:txBody>
          <a:bodyPr spcFirstLastPara="1" wrap="square" lIns="91425" tIns="45700" rIns="91425" bIns="45700" anchor="t" anchorCtr="0">
            <a:spAutoFit/>
          </a:bodyPr>
          <a:lstStyle/>
          <a:p>
            <a:pPr algn="ctr"/>
            <a:r>
              <a:rPr lang="en-US" sz="3000" dirty="0">
                <a:latin typeface="EB Garamond" pitchFamily="2" charset="0"/>
                <a:ea typeface="EB Garamond" pitchFamily="2" charset="0"/>
              </a:rPr>
              <a:t>Regulatory Uncertainty</a:t>
            </a:r>
          </a:p>
          <a:p>
            <a:pPr algn="ctr"/>
            <a:r>
              <a:rPr lang="en-US" sz="3000" dirty="0">
                <a:latin typeface="EB Garamond" pitchFamily="2" charset="0"/>
                <a:ea typeface="EB Garamond" pitchFamily="2" charset="0"/>
              </a:rPr>
              <a:t>↓</a:t>
            </a:r>
          </a:p>
          <a:p>
            <a:pPr algn="ctr"/>
            <a:r>
              <a:rPr lang="en-US" sz="3000" dirty="0">
                <a:latin typeface="EB Garamond" pitchFamily="2" charset="0"/>
                <a:ea typeface="EB Garamond" pitchFamily="2" charset="0"/>
              </a:rPr>
              <a:t>Legal Ambiguity </a:t>
            </a:r>
            <a:r>
              <a:rPr lang="en-US" sz="3000" dirty="0">
                <a:latin typeface="EB Garamond" pitchFamily="2" charset="0"/>
                <a:ea typeface="EB Garamond" pitchFamily="2" charset="0"/>
                <a:sym typeface="Wingdings" pitchFamily="2" charset="2"/>
              </a:rPr>
              <a:t> Avoidance Behavior</a:t>
            </a:r>
          </a:p>
          <a:p>
            <a:pPr algn="ctr"/>
            <a:r>
              <a:rPr lang="en-US" sz="3000" dirty="0">
                <a:latin typeface="EB Garamond" pitchFamily="2" charset="0"/>
                <a:ea typeface="EB Garamond" pitchFamily="2" charset="0"/>
              </a:rPr>
              <a:t>↓ </a:t>
            </a:r>
          </a:p>
          <a:p>
            <a:pPr algn="ctr"/>
            <a:r>
              <a:rPr lang="en-US" sz="3000" dirty="0">
                <a:latin typeface="EB Garamond" pitchFamily="2" charset="0"/>
                <a:ea typeface="EB Garamond" pitchFamily="2" charset="0"/>
                <a:sym typeface="Wingdings" pitchFamily="2" charset="2"/>
              </a:rPr>
              <a:t>Reduced AI Adoption and Data Sharing</a:t>
            </a:r>
          </a:p>
        </p:txBody>
      </p:sp>
      <p:sp>
        <p:nvSpPr>
          <p:cNvPr id="18" name="TextBox 17">
            <a:extLst>
              <a:ext uri="{FF2B5EF4-FFF2-40B4-BE49-F238E27FC236}">
                <a16:creationId xmlns:a16="http://schemas.microsoft.com/office/drawing/2014/main" id="{9DC4E778-F44F-6802-B640-1D4176C22AB8}"/>
              </a:ext>
            </a:extLst>
          </p:cNvPr>
          <p:cNvSpPr txBox="1"/>
          <p:nvPr/>
        </p:nvSpPr>
        <p:spPr>
          <a:xfrm>
            <a:off x="33027244" y="20664719"/>
            <a:ext cx="10018879" cy="1477328"/>
          </a:xfrm>
          <a:prstGeom prst="rect">
            <a:avLst/>
          </a:prstGeom>
          <a:noFill/>
          <a:ln w="28575">
            <a:solidFill>
              <a:schemeClr val="tx1"/>
            </a:solidFill>
          </a:ln>
        </p:spPr>
        <p:txBody>
          <a:bodyPr wrap="square" rtlCol="0">
            <a:spAutoFit/>
          </a:bodyPr>
          <a:lstStyle/>
          <a:p>
            <a:pPr algn="ctr"/>
            <a:r>
              <a:rPr lang="en-US" sz="3000" dirty="0">
                <a:latin typeface="EB Garamond" pitchFamily="2" charset="0"/>
                <a:ea typeface="EB Garamond" pitchFamily="2" charset="0"/>
                <a:sym typeface="Wingdings" pitchFamily="2" charset="2"/>
              </a:rPr>
              <a:t>Compliance Burden</a:t>
            </a:r>
          </a:p>
          <a:p>
            <a:pPr algn="ctr"/>
            <a:r>
              <a:rPr lang="en-US" sz="3000" dirty="0">
                <a:latin typeface="EB Garamond" pitchFamily="2" charset="0"/>
                <a:ea typeface="EB Garamond" pitchFamily="2" charset="0"/>
              </a:rPr>
              <a:t>↓ </a:t>
            </a:r>
          </a:p>
          <a:p>
            <a:pPr algn="ctr"/>
            <a:r>
              <a:rPr lang="en-US" sz="3000" dirty="0">
                <a:latin typeface="EB Garamond" pitchFamily="2" charset="0"/>
                <a:ea typeface="EB Garamond" pitchFamily="2" charset="0"/>
              </a:rPr>
              <a:t>Cost Pressure  </a:t>
            </a:r>
            <a:r>
              <a:rPr lang="en-US" sz="3000" dirty="0">
                <a:latin typeface="EB Garamond" pitchFamily="2" charset="0"/>
                <a:ea typeface="EB Garamond" pitchFamily="2" charset="0"/>
                <a:sym typeface="Wingdings" pitchFamily="2" charset="2"/>
              </a:rPr>
              <a:t> Innovation Constraint</a:t>
            </a:r>
          </a:p>
        </p:txBody>
      </p:sp>
      <p:sp>
        <p:nvSpPr>
          <p:cNvPr id="21" name="TextBox 20">
            <a:extLst>
              <a:ext uri="{FF2B5EF4-FFF2-40B4-BE49-F238E27FC236}">
                <a16:creationId xmlns:a16="http://schemas.microsoft.com/office/drawing/2014/main" id="{220EF7E4-A3BE-3C34-9EE4-E8946E0833EC}"/>
              </a:ext>
            </a:extLst>
          </p:cNvPr>
          <p:cNvSpPr txBox="1"/>
          <p:nvPr/>
        </p:nvSpPr>
        <p:spPr>
          <a:xfrm>
            <a:off x="33027243" y="22367122"/>
            <a:ext cx="10018879" cy="1477328"/>
          </a:xfrm>
          <a:prstGeom prst="rect">
            <a:avLst/>
          </a:prstGeom>
          <a:noFill/>
          <a:ln w="28575">
            <a:solidFill>
              <a:schemeClr val="tx1"/>
            </a:solidFill>
          </a:ln>
        </p:spPr>
        <p:txBody>
          <a:bodyPr wrap="square" rtlCol="0">
            <a:spAutoFit/>
          </a:bodyPr>
          <a:lstStyle/>
          <a:p>
            <a:pPr algn="ctr"/>
            <a:r>
              <a:rPr lang="en-US" sz="3000" dirty="0">
                <a:latin typeface="EB Garamond" pitchFamily="2" charset="0"/>
                <a:ea typeface="EB Garamond" pitchFamily="2" charset="0"/>
              </a:rPr>
              <a:t>Opportunity Orientation</a:t>
            </a:r>
            <a:br>
              <a:rPr lang="en-US" sz="3000" dirty="0">
                <a:latin typeface="EB Garamond" pitchFamily="2" charset="0"/>
                <a:ea typeface="EB Garamond" pitchFamily="2" charset="0"/>
              </a:rPr>
            </a:br>
            <a:r>
              <a:rPr lang="en-US" sz="3000" dirty="0">
                <a:latin typeface="EB Garamond" pitchFamily="2" charset="0"/>
                <a:ea typeface="EB Garamond" pitchFamily="2" charset="0"/>
              </a:rPr>
              <a:t>↓</a:t>
            </a:r>
            <a:br>
              <a:rPr lang="en-US" sz="3000" dirty="0">
                <a:latin typeface="EB Garamond" pitchFamily="2" charset="0"/>
                <a:ea typeface="EB Garamond" pitchFamily="2" charset="0"/>
              </a:rPr>
            </a:br>
            <a:r>
              <a:rPr lang="en-US" sz="3000" dirty="0">
                <a:latin typeface="EB Garamond" pitchFamily="2" charset="0"/>
                <a:ea typeface="EB Garamond" pitchFamily="2" charset="0"/>
              </a:rPr>
              <a:t>Strategic Framing à Competitive Gain</a:t>
            </a:r>
            <a:endParaRPr lang="en-US" sz="3000" dirty="0">
              <a:latin typeface="EB Garamond" pitchFamily="2" charset="0"/>
              <a:ea typeface="EB Garamond" pitchFamily="2" charset="0"/>
              <a:sym typeface="Wingdings" pitchFamily="2" charset="2"/>
            </a:endParaRPr>
          </a:p>
        </p:txBody>
      </p:sp>
    </p:spTree>
  </p:cSld>
  <p:clrMapOvr>
    <a:masterClrMapping/>
  </p:clrMapOvr>
</p:sld>
</file>

<file path=ppt/theme/theme1.xml><?xml version="1.0" encoding="utf-8"?>
<a:theme xmlns:a="http://schemas.openxmlformats.org/drawingml/2006/main" name="UATheme">
  <a:themeElements>
    <a:clrScheme name="Custom 2">
      <a:dk1>
        <a:srgbClr val="A32638"/>
      </a:dk1>
      <a:lt1>
        <a:srgbClr val="FFFFFF"/>
      </a:lt1>
      <a:dk2>
        <a:srgbClr val="A32638"/>
      </a:dk2>
      <a:lt2>
        <a:srgbClr val="8C7D70"/>
      </a:lt2>
      <a:accent1>
        <a:srgbClr val="7D7061"/>
      </a:accent1>
      <a:accent2>
        <a:srgbClr val="A32638"/>
      </a:accent2>
      <a:accent3>
        <a:srgbClr val="6B5C4F"/>
      </a:accent3>
      <a:accent4>
        <a:srgbClr val="332B3D"/>
      </a:accent4>
      <a:accent5>
        <a:srgbClr val="7D7061"/>
      </a:accent5>
      <a:accent6>
        <a:srgbClr val="0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17830</TotalTime>
  <Words>893</Words>
  <Application>Microsoft Macintosh PowerPoint</Application>
  <PresentationFormat>Custom</PresentationFormat>
  <Paragraphs>86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EB Garamond</vt:lpstr>
      <vt:lpstr>Verdana</vt:lpstr>
      <vt:lpstr>Arial</vt:lpstr>
      <vt:lpstr>Calibri</vt:lpstr>
      <vt:lpstr>Corbel</vt:lpstr>
      <vt:lpstr>UATheme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Sanford Media Center</dc:creator>
  <cp:lastModifiedBy>Hari Gunda</cp:lastModifiedBy>
  <cp:revision>59</cp:revision>
  <cp:lastPrinted>2024-03-16T04:47:16Z</cp:lastPrinted>
  <dcterms:created xsi:type="dcterms:W3CDTF">2013-11-01T13:54:30Z</dcterms:created>
  <dcterms:modified xsi:type="dcterms:W3CDTF">2026-03-30T06:01:48Z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0x0101003A8A5A696E543449A637BB6BA42BEA5D</vt:lpwstr>
  </property>
</Properties>
</file>